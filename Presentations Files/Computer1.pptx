
<file path=[Content_Types].xml><?xml version="1.0" encoding="utf-8"?>
<Types xmlns="http://schemas.openxmlformats.org/package/2006/content-types">
  <Default Extension="jfif" ContentType="image/jpe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75AECB6-F396-44BF-8B3D-518E02C043FB}" type="doc">
      <dgm:prSet loTypeId="urn:microsoft.com/office/officeart/2005/8/layout/hProcess9" loCatId="process" qsTypeId="urn:microsoft.com/office/officeart/2005/8/quickstyle/simple1" qsCatId="simple" csTypeId="urn:microsoft.com/office/officeart/2005/8/colors/accent1_2" csCatId="accent1" phldr="1"/>
      <dgm:spPr/>
    </dgm:pt>
    <dgm:pt modelId="{CF6A44BF-0EFA-4996-BDDC-364E7462537E}">
      <dgm:prSet phldrT="[Text]"/>
      <dgm:spPr/>
      <dgm:t>
        <a:bodyPr/>
        <a:lstStyle/>
        <a:p>
          <a:r>
            <a:rPr lang="en-US" dirty="0"/>
            <a:t>Computer On</a:t>
          </a:r>
          <a:endParaRPr lang="en-IN" dirty="0"/>
        </a:p>
      </dgm:t>
    </dgm:pt>
    <dgm:pt modelId="{823BDE69-4908-40F3-8F68-4B4A7F7DD3C7}" type="parTrans" cxnId="{213453A8-D8F4-4409-A438-AC321ECD4F58}">
      <dgm:prSet/>
      <dgm:spPr/>
      <dgm:t>
        <a:bodyPr/>
        <a:lstStyle/>
        <a:p>
          <a:endParaRPr lang="en-IN"/>
        </a:p>
      </dgm:t>
    </dgm:pt>
    <dgm:pt modelId="{16E36D4D-5F51-4812-8B57-FECFA0310589}" type="sibTrans" cxnId="{213453A8-D8F4-4409-A438-AC321ECD4F58}">
      <dgm:prSet/>
      <dgm:spPr/>
      <dgm:t>
        <a:bodyPr/>
        <a:lstStyle/>
        <a:p>
          <a:endParaRPr lang="en-IN"/>
        </a:p>
      </dgm:t>
    </dgm:pt>
    <dgm:pt modelId="{9A0DC137-62A6-4783-8C75-04C45CC6CB5E}">
      <dgm:prSet phldrT="[Text]"/>
      <dgm:spPr/>
      <dgm:t>
        <a:bodyPr/>
        <a:lstStyle/>
        <a:p>
          <a:r>
            <a:rPr lang="en-US" dirty="0"/>
            <a:t>Open Softwares</a:t>
          </a:r>
          <a:endParaRPr lang="en-IN" dirty="0"/>
        </a:p>
      </dgm:t>
    </dgm:pt>
    <dgm:pt modelId="{3A38E775-D62A-4B86-B2D5-574888D16A34}" type="parTrans" cxnId="{A13415C0-E6E8-4638-8AB7-1842D071CBF6}">
      <dgm:prSet/>
      <dgm:spPr/>
      <dgm:t>
        <a:bodyPr/>
        <a:lstStyle/>
        <a:p>
          <a:endParaRPr lang="en-IN"/>
        </a:p>
      </dgm:t>
    </dgm:pt>
    <dgm:pt modelId="{DE2DC4C5-D32E-420A-B056-EE96685D076C}" type="sibTrans" cxnId="{A13415C0-E6E8-4638-8AB7-1842D071CBF6}">
      <dgm:prSet/>
      <dgm:spPr/>
      <dgm:t>
        <a:bodyPr/>
        <a:lstStyle/>
        <a:p>
          <a:endParaRPr lang="en-IN"/>
        </a:p>
      </dgm:t>
    </dgm:pt>
    <dgm:pt modelId="{2F477E94-A589-45DF-B2CC-A4A043AC136C}">
      <dgm:prSet phldrT="[Text]"/>
      <dgm:spPr/>
      <dgm:t>
        <a:bodyPr/>
        <a:lstStyle/>
        <a:p>
          <a:r>
            <a:rPr lang="en-US" dirty="0"/>
            <a:t>Explore the Software</a:t>
          </a:r>
          <a:endParaRPr lang="en-IN" dirty="0"/>
        </a:p>
      </dgm:t>
    </dgm:pt>
    <dgm:pt modelId="{58ECA924-BAFA-4B72-A5BA-522A1EDFC390}" type="parTrans" cxnId="{D2092B25-CAF2-4344-93DF-0FFFD73398D9}">
      <dgm:prSet/>
      <dgm:spPr/>
      <dgm:t>
        <a:bodyPr/>
        <a:lstStyle/>
        <a:p>
          <a:endParaRPr lang="en-IN"/>
        </a:p>
      </dgm:t>
    </dgm:pt>
    <dgm:pt modelId="{E5517840-2E9D-48F2-B148-F169F187F863}" type="sibTrans" cxnId="{D2092B25-CAF2-4344-93DF-0FFFD73398D9}">
      <dgm:prSet/>
      <dgm:spPr/>
      <dgm:t>
        <a:bodyPr/>
        <a:lstStyle/>
        <a:p>
          <a:endParaRPr lang="en-IN"/>
        </a:p>
      </dgm:t>
    </dgm:pt>
    <dgm:pt modelId="{DD36F075-400F-492C-8032-533793883B0E}">
      <dgm:prSet phldrT="[Text]"/>
      <dgm:spPr/>
      <dgm:t>
        <a:bodyPr/>
        <a:lstStyle/>
        <a:p>
          <a:r>
            <a:rPr lang="en-US" dirty="0"/>
            <a:t>Close the Soft</a:t>
          </a:r>
          <a:endParaRPr lang="en-IN" dirty="0"/>
        </a:p>
      </dgm:t>
    </dgm:pt>
    <dgm:pt modelId="{8D8469F1-1DAD-4013-96B4-EE6FDFCD8CB5}" type="parTrans" cxnId="{A4A0F9F6-0BFC-4CE3-BB0C-A8A11E405E67}">
      <dgm:prSet/>
      <dgm:spPr/>
      <dgm:t>
        <a:bodyPr/>
        <a:lstStyle/>
        <a:p>
          <a:endParaRPr lang="en-IN"/>
        </a:p>
      </dgm:t>
    </dgm:pt>
    <dgm:pt modelId="{59911B34-F96A-48C7-8831-6F708F2E12AF}" type="sibTrans" cxnId="{A4A0F9F6-0BFC-4CE3-BB0C-A8A11E405E67}">
      <dgm:prSet/>
      <dgm:spPr/>
      <dgm:t>
        <a:bodyPr/>
        <a:lstStyle/>
        <a:p>
          <a:endParaRPr lang="en-IN"/>
        </a:p>
      </dgm:t>
    </dgm:pt>
    <dgm:pt modelId="{A55347E5-3FD8-4D45-9411-8B0E25C7A496}" type="pres">
      <dgm:prSet presAssocID="{875AECB6-F396-44BF-8B3D-518E02C043FB}" presName="CompostProcess" presStyleCnt="0">
        <dgm:presLayoutVars>
          <dgm:dir/>
          <dgm:resizeHandles val="exact"/>
        </dgm:presLayoutVars>
      </dgm:prSet>
      <dgm:spPr/>
    </dgm:pt>
    <dgm:pt modelId="{104EF757-E4E1-41ED-AF22-8C30794C567D}" type="pres">
      <dgm:prSet presAssocID="{875AECB6-F396-44BF-8B3D-518E02C043FB}" presName="arrow" presStyleLbl="bgShp" presStyleIdx="0" presStyleCnt="1"/>
      <dgm:spPr/>
    </dgm:pt>
    <dgm:pt modelId="{64ACFD03-B51F-4369-9C68-AF9B33519536}" type="pres">
      <dgm:prSet presAssocID="{875AECB6-F396-44BF-8B3D-518E02C043FB}" presName="linearProcess" presStyleCnt="0"/>
      <dgm:spPr/>
    </dgm:pt>
    <dgm:pt modelId="{14B90F49-A8EA-43B8-9D09-9C84294F4A88}" type="pres">
      <dgm:prSet presAssocID="{CF6A44BF-0EFA-4996-BDDC-364E7462537E}" presName="textNode" presStyleLbl="node1" presStyleIdx="0" presStyleCnt="4">
        <dgm:presLayoutVars>
          <dgm:bulletEnabled val="1"/>
        </dgm:presLayoutVars>
      </dgm:prSet>
      <dgm:spPr/>
    </dgm:pt>
    <dgm:pt modelId="{FF0A8CB1-4D50-4E7C-92EB-1036492F9232}" type="pres">
      <dgm:prSet presAssocID="{16E36D4D-5F51-4812-8B57-FECFA0310589}" presName="sibTrans" presStyleCnt="0"/>
      <dgm:spPr/>
    </dgm:pt>
    <dgm:pt modelId="{F7F59F57-363C-4D32-984E-5994C704C031}" type="pres">
      <dgm:prSet presAssocID="{9A0DC137-62A6-4783-8C75-04C45CC6CB5E}" presName="textNode" presStyleLbl="node1" presStyleIdx="1" presStyleCnt="4">
        <dgm:presLayoutVars>
          <dgm:bulletEnabled val="1"/>
        </dgm:presLayoutVars>
      </dgm:prSet>
      <dgm:spPr/>
    </dgm:pt>
    <dgm:pt modelId="{677355CE-7DC7-405F-9F44-303F15769516}" type="pres">
      <dgm:prSet presAssocID="{DE2DC4C5-D32E-420A-B056-EE96685D076C}" presName="sibTrans" presStyleCnt="0"/>
      <dgm:spPr/>
    </dgm:pt>
    <dgm:pt modelId="{62DBF6D3-F6C2-48DE-B59D-9D9780ECFBCC}" type="pres">
      <dgm:prSet presAssocID="{2F477E94-A589-45DF-B2CC-A4A043AC136C}" presName="textNode" presStyleLbl="node1" presStyleIdx="2" presStyleCnt="4">
        <dgm:presLayoutVars>
          <dgm:bulletEnabled val="1"/>
        </dgm:presLayoutVars>
      </dgm:prSet>
      <dgm:spPr/>
    </dgm:pt>
    <dgm:pt modelId="{688F5C1E-87BF-4E0E-8914-F36CE659F672}" type="pres">
      <dgm:prSet presAssocID="{E5517840-2E9D-48F2-B148-F169F187F863}" presName="sibTrans" presStyleCnt="0"/>
      <dgm:spPr/>
    </dgm:pt>
    <dgm:pt modelId="{DB6AA76D-C53D-4776-B214-2D466D39C11B}" type="pres">
      <dgm:prSet presAssocID="{DD36F075-400F-492C-8032-533793883B0E}" presName="textNode" presStyleLbl="node1" presStyleIdx="3" presStyleCnt="4">
        <dgm:presLayoutVars>
          <dgm:bulletEnabled val="1"/>
        </dgm:presLayoutVars>
      </dgm:prSet>
      <dgm:spPr/>
    </dgm:pt>
  </dgm:ptLst>
  <dgm:cxnLst>
    <dgm:cxn modelId="{13FD2018-1B7E-4390-BF80-F2B605A0C960}" type="presOf" srcId="{DD36F075-400F-492C-8032-533793883B0E}" destId="{DB6AA76D-C53D-4776-B214-2D466D39C11B}" srcOrd="0" destOrd="0" presId="urn:microsoft.com/office/officeart/2005/8/layout/hProcess9"/>
    <dgm:cxn modelId="{55B77520-CA2A-490B-B6B0-6D557FD2162E}" type="presOf" srcId="{875AECB6-F396-44BF-8B3D-518E02C043FB}" destId="{A55347E5-3FD8-4D45-9411-8B0E25C7A496}" srcOrd="0" destOrd="0" presId="urn:microsoft.com/office/officeart/2005/8/layout/hProcess9"/>
    <dgm:cxn modelId="{D2092B25-CAF2-4344-93DF-0FFFD73398D9}" srcId="{875AECB6-F396-44BF-8B3D-518E02C043FB}" destId="{2F477E94-A589-45DF-B2CC-A4A043AC136C}" srcOrd="2" destOrd="0" parTransId="{58ECA924-BAFA-4B72-A5BA-522A1EDFC390}" sibTransId="{E5517840-2E9D-48F2-B148-F169F187F863}"/>
    <dgm:cxn modelId="{213453A8-D8F4-4409-A438-AC321ECD4F58}" srcId="{875AECB6-F396-44BF-8B3D-518E02C043FB}" destId="{CF6A44BF-0EFA-4996-BDDC-364E7462537E}" srcOrd="0" destOrd="0" parTransId="{823BDE69-4908-40F3-8F68-4B4A7F7DD3C7}" sibTransId="{16E36D4D-5F51-4812-8B57-FECFA0310589}"/>
    <dgm:cxn modelId="{F395ECAE-5C41-4962-A359-AB92B2669D28}" type="presOf" srcId="{9A0DC137-62A6-4783-8C75-04C45CC6CB5E}" destId="{F7F59F57-363C-4D32-984E-5994C704C031}" srcOrd="0" destOrd="0" presId="urn:microsoft.com/office/officeart/2005/8/layout/hProcess9"/>
    <dgm:cxn modelId="{634E25BD-1B10-455A-AC95-1E56FAA73B09}" type="presOf" srcId="{CF6A44BF-0EFA-4996-BDDC-364E7462537E}" destId="{14B90F49-A8EA-43B8-9D09-9C84294F4A88}" srcOrd="0" destOrd="0" presId="urn:microsoft.com/office/officeart/2005/8/layout/hProcess9"/>
    <dgm:cxn modelId="{A13415C0-E6E8-4638-8AB7-1842D071CBF6}" srcId="{875AECB6-F396-44BF-8B3D-518E02C043FB}" destId="{9A0DC137-62A6-4783-8C75-04C45CC6CB5E}" srcOrd="1" destOrd="0" parTransId="{3A38E775-D62A-4B86-B2D5-574888D16A34}" sibTransId="{DE2DC4C5-D32E-420A-B056-EE96685D076C}"/>
    <dgm:cxn modelId="{2E8E28D9-E169-4064-9F34-81A667956B35}" type="presOf" srcId="{2F477E94-A589-45DF-B2CC-A4A043AC136C}" destId="{62DBF6D3-F6C2-48DE-B59D-9D9780ECFBCC}" srcOrd="0" destOrd="0" presId="urn:microsoft.com/office/officeart/2005/8/layout/hProcess9"/>
    <dgm:cxn modelId="{A4A0F9F6-0BFC-4CE3-BB0C-A8A11E405E67}" srcId="{875AECB6-F396-44BF-8B3D-518E02C043FB}" destId="{DD36F075-400F-492C-8032-533793883B0E}" srcOrd="3" destOrd="0" parTransId="{8D8469F1-1DAD-4013-96B4-EE6FDFCD8CB5}" sibTransId="{59911B34-F96A-48C7-8831-6F708F2E12AF}"/>
    <dgm:cxn modelId="{54685CD9-DA24-4C0C-AE8D-F3CFEC9D4771}" type="presParOf" srcId="{A55347E5-3FD8-4D45-9411-8B0E25C7A496}" destId="{104EF757-E4E1-41ED-AF22-8C30794C567D}" srcOrd="0" destOrd="0" presId="urn:microsoft.com/office/officeart/2005/8/layout/hProcess9"/>
    <dgm:cxn modelId="{7E95E08C-DD67-4D3A-BEFF-58001D98C851}" type="presParOf" srcId="{A55347E5-3FD8-4D45-9411-8B0E25C7A496}" destId="{64ACFD03-B51F-4369-9C68-AF9B33519536}" srcOrd="1" destOrd="0" presId="urn:microsoft.com/office/officeart/2005/8/layout/hProcess9"/>
    <dgm:cxn modelId="{33ABC95A-4ED9-42C1-92CB-C7FC59B7BCB9}" type="presParOf" srcId="{64ACFD03-B51F-4369-9C68-AF9B33519536}" destId="{14B90F49-A8EA-43B8-9D09-9C84294F4A88}" srcOrd="0" destOrd="0" presId="urn:microsoft.com/office/officeart/2005/8/layout/hProcess9"/>
    <dgm:cxn modelId="{34B76B2D-7340-4582-A88A-49ADBB50F8E3}" type="presParOf" srcId="{64ACFD03-B51F-4369-9C68-AF9B33519536}" destId="{FF0A8CB1-4D50-4E7C-92EB-1036492F9232}" srcOrd="1" destOrd="0" presId="urn:microsoft.com/office/officeart/2005/8/layout/hProcess9"/>
    <dgm:cxn modelId="{ADBC4D0C-6735-4C73-A206-6A1FCB72C195}" type="presParOf" srcId="{64ACFD03-B51F-4369-9C68-AF9B33519536}" destId="{F7F59F57-363C-4D32-984E-5994C704C031}" srcOrd="2" destOrd="0" presId="urn:microsoft.com/office/officeart/2005/8/layout/hProcess9"/>
    <dgm:cxn modelId="{132EA73F-9200-4782-B051-B2DB3BA7C431}" type="presParOf" srcId="{64ACFD03-B51F-4369-9C68-AF9B33519536}" destId="{677355CE-7DC7-405F-9F44-303F15769516}" srcOrd="3" destOrd="0" presId="urn:microsoft.com/office/officeart/2005/8/layout/hProcess9"/>
    <dgm:cxn modelId="{0B5B7EA9-A3C4-4159-B47A-1B634CE7F58E}" type="presParOf" srcId="{64ACFD03-B51F-4369-9C68-AF9B33519536}" destId="{62DBF6D3-F6C2-48DE-B59D-9D9780ECFBCC}" srcOrd="4" destOrd="0" presId="urn:microsoft.com/office/officeart/2005/8/layout/hProcess9"/>
    <dgm:cxn modelId="{A2592D3E-FE54-4C30-8FB4-FFC76C150A3B}" type="presParOf" srcId="{64ACFD03-B51F-4369-9C68-AF9B33519536}" destId="{688F5C1E-87BF-4E0E-8914-F36CE659F672}" srcOrd="5" destOrd="0" presId="urn:microsoft.com/office/officeart/2005/8/layout/hProcess9"/>
    <dgm:cxn modelId="{B465E67E-F735-4A17-BFAE-D8ACFB894935}" type="presParOf" srcId="{64ACFD03-B51F-4369-9C68-AF9B33519536}" destId="{DB6AA76D-C53D-4776-B214-2D466D39C11B}" srcOrd="6"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4EF757-E4E1-41ED-AF22-8C30794C567D}">
      <dsp:nvSpPr>
        <dsp:cNvPr id="0" name=""/>
        <dsp:cNvSpPr/>
      </dsp:nvSpPr>
      <dsp:spPr>
        <a:xfrm>
          <a:off x="773083" y="0"/>
          <a:ext cx="8761614" cy="5418667"/>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B90F49-A8EA-43B8-9D09-9C84294F4A88}">
      <dsp:nvSpPr>
        <dsp:cNvPr id="0" name=""/>
        <dsp:cNvSpPr/>
      </dsp:nvSpPr>
      <dsp:spPr>
        <a:xfrm>
          <a:off x="7126" y="1625600"/>
          <a:ext cx="2452210" cy="216746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dirty="0"/>
            <a:t>Computer On</a:t>
          </a:r>
          <a:endParaRPr lang="en-IN" sz="3700" kern="1200" dirty="0"/>
        </a:p>
      </dsp:txBody>
      <dsp:txXfrm>
        <a:off x="112933" y="1731407"/>
        <a:ext cx="2240596" cy="1955852"/>
      </dsp:txXfrm>
    </dsp:sp>
    <dsp:sp modelId="{F7F59F57-363C-4D32-984E-5994C704C031}">
      <dsp:nvSpPr>
        <dsp:cNvPr id="0" name=""/>
        <dsp:cNvSpPr/>
      </dsp:nvSpPr>
      <dsp:spPr>
        <a:xfrm>
          <a:off x="2620899" y="1625600"/>
          <a:ext cx="2452210" cy="216746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dirty="0"/>
            <a:t>Open Softwares</a:t>
          </a:r>
          <a:endParaRPr lang="en-IN" sz="3700" kern="1200" dirty="0"/>
        </a:p>
      </dsp:txBody>
      <dsp:txXfrm>
        <a:off x="2726706" y="1731407"/>
        <a:ext cx="2240596" cy="1955852"/>
      </dsp:txXfrm>
    </dsp:sp>
    <dsp:sp modelId="{62DBF6D3-F6C2-48DE-B59D-9D9780ECFBCC}">
      <dsp:nvSpPr>
        <dsp:cNvPr id="0" name=""/>
        <dsp:cNvSpPr/>
      </dsp:nvSpPr>
      <dsp:spPr>
        <a:xfrm>
          <a:off x="5234672" y="1625600"/>
          <a:ext cx="2452210" cy="216746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dirty="0"/>
            <a:t>Explore the Software</a:t>
          </a:r>
          <a:endParaRPr lang="en-IN" sz="3700" kern="1200" dirty="0"/>
        </a:p>
      </dsp:txBody>
      <dsp:txXfrm>
        <a:off x="5340479" y="1731407"/>
        <a:ext cx="2240596" cy="1955852"/>
      </dsp:txXfrm>
    </dsp:sp>
    <dsp:sp modelId="{DB6AA76D-C53D-4776-B214-2D466D39C11B}">
      <dsp:nvSpPr>
        <dsp:cNvPr id="0" name=""/>
        <dsp:cNvSpPr/>
      </dsp:nvSpPr>
      <dsp:spPr>
        <a:xfrm>
          <a:off x="7848445" y="1625600"/>
          <a:ext cx="2452210" cy="216746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dirty="0"/>
            <a:t>Close the Soft</a:t>
          </a:r>
          <a:endParaRPr lang="en-IN" sz="3700" kern="1200" dirty="0"/>
        </a:p>
      </dsp:txBody>
      <dsp:txXfrm>
        <a:off x="7954252" y="1731407"/>
        <a:ext cx="2240596" cy="195585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13820-6DC4-4221-902F-8DEC2C3FFC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543C550-1FF6-40AB-9452-54C68BF5F2F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F804AF0-9FF5-41B1-8B93-A5FBB86CB2FA}"/>
              </a:ext>
            </a:extLst>
          </p:cNvPr>
          <p:cNvSpPr>
            <a:spLocks noGrp="1"/>
          </p:cNvSpPr>
          <p:nvPr>
            <p:ph type="dt" sz="half" idx="10"/>
          </p:nvPr>
        </p:nvSpPr>
        <p:spPr/>
        <p:txBody>
          <a:bodyPr/>
          <a:lstStyle/>
          <a:p>
            <a:fld id="{F06ED196-4E3E-40E4-885B-7A25E5024A74}" type="datetimeFigureOut">
              <a:rPr lang="en-IN" smtClean="0"/>
              <a:t>31-03-2026</a:t>
            </a:fld>
            <a:endParaRPr lang="en-IN"/>
          </a:p>
        </p:txBody>
      </p:sp>
      <p:sp>
        <p:nvSpPr>
          <p:cNvPr id="5" name="Footer Placeholder 4">
            <a:extLst>
              <a:ext uri="{FF2B5EF4-FFF2-40B4-BE49-F238E27FC236}">
                <a16:creationId xmlns:a16="http://schemas.microsoft.com/office/drawing/2014/main" id="{1217575D-B205-4A84-8B8A-2ECD865CF9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D11581-D209-438A-9F92-B3444F3B0174}"/>
              </a:ext>
            </a:extLst>
          </p:cNvPr>
          <p:cNvSpPr>
            <a:spLocks noGrp="1"/>
          </p:cNvSpPr>
          <p:nvPr>
            <p:ph type="sldNum" sz="quarter" idx="12"/>
          </p:nvPr>
        </p:nvSpPr>
        <p:spPr/>
        <p:txBody>
          <a:bodyPr/>
          <a:lstStyle/>
          <a:p>
            <a:fld id="{9D3F5063-1AD2-441D-AD16-85704BF33349}" type="slidenum">
              <a:rPr lang="en-IN" smtClean="0"/>
              <a:t>‹#›</a:t>
            </a:fld>
            <a:endParaRPr lang="en-IN"/>
          </a:p>
        </p:txBody>
      </p:sp>
    </p:spTree>
    <p:extLst>
      <p:ext uri="{BB962C8B-B14F-4D97-AF65-F5344CB8AC3E}">
        <p14:creationId xmlns:p14="http://schemas.microsoft.com/office/powerpoint/2010/main" val="30237430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7EFFC-D40F-4E03-B418-6D9A4C21F64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085AB8D-4D80-482E-975B-3138F84CC0C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FEBAF9-B247-45DC-AC17-B793F33F9EF2}"/>
              </a:ext>
            </a:extLst>
          </p:cNvPr>
          <p:cNvSpPr>
            <a:spLocks noGrp="1"/>
          </p:cNvSpPr>
          <p:nvPr>
            <p:ph type="dt" sz="half" idx="10"/>
          </p:nvPr>
        </p:nvSpPr>
        <p:spPr/>
        <p:txBody>
          <a:bodyPr/>
          <a:lstStyle/>
          <a:p>
            <a:fld id="{F06ED196-4E3E-40E4-885B-7A25E5024A74}" type="datetimeFigureOut">
              <a:rPr lang="en-IN" smtClean="0"/>
              <a:t>31-03-2026</a:t>
            </a:fld>
            <a:endParaRPr lang="en-IN"/>
          </a:p>
        </p:txBody>
      </p:sp>
      <p:sp>
        <p:nvSpPr>
          <p:cNvPr id="5" name="Footer Placeholder 4">
            <a:extLst>
              <a:ext uri="{FF2B5EF4-FFF2-40B4-BE49-F238E27FC236}">
                <a16:creationId xmlns:a16="http://schemas.microsoft.com/office/drawing/2014/main" id="{64A713C5-DC6D-45A7-8EC3-0A03A65F91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9CA6D6-FD29-4FCE-BF2F-C3AF27EA51D2}"/>
              </a:ext>
            </a:extLst>
          </p:cNvPr>
          <p:cNvSpPr>
            <a:spLocks noGrp="1"/>
          </p:cNvSpPr>
          <p:nvPr>
            <p:ph type="sldNum" sz="quarter" idx="12"/>
          </p:nvPr>
        </p:nvSpPr>
        <p:spPr/>
        <p:txBody>
          <a:bodyPr/>
          <a:lstStyle/>
          <a:p>
            <a:fld id="{9D3F5063-1AD2-441D-AD16-85704BF33349}" type="slidenum">
              <a:rPr lang="en-IN" smtClean="0"/>
              <a:t>‹#›</a:t>
            </a:fld>
            <a:endParaRPr lang="en-IN"/>
          </a:p>
        </p:txBody>
      </p:sp>
    </p:spTree>
    <p:extLst>
      <p:ext uri="{BB962C8B-B14F-4D97-AF65-F5344CB8AC3E}">
        <p14:creationId xmlns:p14="http://schemas.microsoft.com/office/powerpoint/2010/main" val="4163313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C3EFC-3F13-486A-8911-6F4373CDBA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8733AE1-84C2-4E6D-A483-A1190500DA7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A67CAEC3-704D-4CC0-9715-F7B193366B5C}"/>
              </a:ext>
            </a:extLst>
          </p:cNvPr>
          <p:cNvSpPr>
            <a:spLocks noGrp="1"/>
          </p:cNvSpPr>
          <p:nvPr>
            <p:ph type="dt" sz="half" idx="10"/>
          </p:nvPr>
        </p:nvSpPr>
        <p:spPr/>
        <p:txBody>
          <a:bodyPr/>
          <a:lstStyle/>
          <a:p>
            <a:fld id="{F06ED196-4E3E-40E4-885B-7A25E5024A74}" type="datetimeFigureOut">
              <a:rPr lang="en-IN" smtClean="0"/>
              <a:t>31-03-2026</a:t>
            </a:fld>
            <a:endParaRPr lang="en-IN"/>
          </a:p>
        </p:txBody>
      </p:sp>
      <p:sp>
        <p:nvSpPr>
          <p:cNvPr id="5" name="Footer Placeholder 4">
            <a:extLst>
              <a:ext uri="{FF2B5EF4-FFF2-40B4-BE49-F238E27FC236}">
                <a16:creationId xmlns:a16="http://schemas.microsoft.com/office/drawing/2014/main" id="{CC024B2C-A992-44DC-BB2C-8BE028A48A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8656BD-C542-4F08-95F5-80D269D36BF3}"/>
              </a:ext>
            </a:extLst>
          </p:cNvPr>
          <p:cNvSpPr>
            <a:spLocks noGrp="1"/>
          </p:cNvSpPr>
          <p:nvPr>
            <p:ph type="sldNum" sz="quarter" idx="12"/>
          </p:nvPr>
        </p:nvSpPr>
        <p:spPr/>
        <p:txBody>
          <a:bodyPr/>
          <a:lstStyle/>
          <a:p>
            <a:fld id="{9D3F5063-1AD2-441D-AD16-85704BF33349}" type="slidenum">
              <a:rPr lang="en-IN" smtClean="0"/>
              <a:t>‹#›</a:t>
            </a:fld>
            <a:endParaRPr lang="en-IN"/>
          </a:p>
        </p:txBody>
      </p:sp>
    </p:spTree>
    <p:extLst>
      <p:ext uri="{BB962C8B-B14F-4D97-AF65-F5344CB8AC3E}">
        <p14:creationId xmlns:p14="http://schemas.microsoft.com/office/powerpoint/2010/main" val="7647268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A7580-A43A-4A21-8594-66F385A501A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DC5215F-550D-4DA2-BCDD-3156E813D4E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1CDA374-176A-4D8B-992D-432E4BDCCB6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1468C80-362E-49E8-BC85-08A522AC654F}"/>
              </a:ext>
            </a:extLst>
          </p:cNvPr>
          <p:cNvSpPr>
            <a:spLocks noGrp="1"/>
          </p:cNvSpPr>
          <p:nvPr>
            <p:ph type="dt" sz="half" idx="10"/>
          </p:nvPr>
        </p:nvSpPr>
        <p:spPr/>
        <p:txBody>
          <a:bodyPr/>
          <a:lstStyle/>
          <a:p>
            <a:fld id="{F06ED196-4E3E-40E4-885B-7A25E5024A74}" type="datetimeFigureOut">
              <a:rPr lang="en-IN" smtClean="0"/>
              <a:t>31-03-2026</a:t>
            </a:fld>
            <a:endParaRPr lang="en-IN"/>
          </a:p>
        </p:txBody>
      </p:sp>
      <p:sp>
        <p:nvSpPr>
          <p:cNvPr id="6" name="Footer Placeholder 5">
            <a:extLst>
              <a:ext uri="{FF2B5EF4-FFF2-40B4-BE49-F238E27FC236}">
                <a16:creationId xmlns:a16="http://schemas.microsoft.com/office/drawing/2014/main" id="{E0A85DC1-54BE-47EA-8962-0605AF4178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7C46821-3DDA-4A59-B16E-756E3D9970B0}"/>
              </a:ext>
            </a:extLst>
          </p:cNvPr>
          <p:cNvSpPr>
            <a:spLocks noGrp="1"/>
          </p:cNvSpPr>
          <p:nvPr>
            <p:ph type="sldNum" sz="quarter" idx="12"/>
          </p:nvPr>
        </p:nvSpPr>
        <p:spPr/>
        <p:txBody>
          <a:bodyPr/>
          <a:lstStyle/>
          <a:p>
            <a:fld id="{9D3F5063-1AD2-441D-AD16-85704BF33349}" type="slidenum">
              <a:rPr lang="en-IN" smtClean="0"/>
              <a:t>‹#›</a:t>
            </a:fld>
            <a:endParaRPr lang="en-IN"/>
          </a:p>
        </p:txBody>
      </p:sp>
    </p:spTree>
    <p:extLst>
      <p:ext uri="{BB962C8B-B14F-4D97-AF65-F5344CB8AC3E}">
        <p14:creationId xmlns:p14="http://schemas.microsoft.com/office/powerpoint/2010/main" val="733815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0CCA6-9DB8-4FE1-BCEB-602A5CFD787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9EF7004-383F-42C1-9F21-EED7C9EB0F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C1E7452-6AA3-4BC1-8F15-BE5012022D9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B4D4472-2006-46EB-8D5B-0F96CFA26B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5F7186B-D043-4B84-81D1-9B23EF6D780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F2E8EA0-856E-4EF3-A503-40E040FF8871}"/>
              </a:ext>
            </a:extLst>
          </p:cNvPr>
          <p:cNvSpPr>
            <a:spLocks noGrp="1"/>
          </p:cNvSpPr>
          <p:nvPr>
            <p:ph type="dt" sz="half" idx="10"/>
          </p:nvPr>
        </p:nvSpPr>
        <p:spPr/>
        <p:txBody>
          <a:bodyPr/>
          <a:lstStyle/>
          <a:p>
            <a:fld id="{F06ED196-4E3E-40E4-885B-7A25E5024A74}" type="datetimeFigureOut">
              <a:rPr lang="en-IN" smtClean="0"/>
              <a:t>31-03-2026</a:t>
            </a:fld>
            <a:endParaRPr lang="en-IN"/>
          </a:p>
        </p:txBody>
      </p:sp>
      <p:sp>
        <p:nvSpPr>
          <p:cNvPr id="8" name="Footer Placeholder 7">
            <a:extLst>
              <a:ext uri="{FF2B5EF4-FFF2-40B4-BE49-F238E27FC236}">
                <a16:creationId xmlns:a16="http://schemas.microsoft.com/office/drawing/2014/main" id="{A61E80B8-39DE-45B6-BB04-9E60F280762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44A5A4F-7601-4746-912B-CAB6F59145E3}"/>
              </a:ext>
            </a:extLst>
          </p:cNvPr>
          <p:cNvSpPr>
            <a:spLocks noGrp="1"/>
          </p:cNvSpPr>
          <p:nvPr>
            <p:ph type="sldNum" sz="quarter" idx="12"/>
          </p:nvPr>
        </p:nvSpPr>
        <p:spPr/>
        <p:txBody>
          <a:bodyPr/>
          <a:lstStyle/>
          <a:p>
            <a:fld id="{9D3F5063-1AD2-441D-AD16-85704BF33349}" type="slidenum">
              <a:rPr lang="en-IN" smtClean="0"/>
              <a:t>‹#›</a:t>
            </a:fld>
            <a:endParaRPr lang="en-IN"/>
          </a:p>
        </p:txBody>
      </p:sp>
    </p:spTree>
    <p:extLst>
      <p:ext uri="{BB962C8B-B14F-4D97-AF65-F5344CB8AC3E}">
        <p14:creationId xmlns:p14="http://schemas.microsoft.com/office/powerpoint/2010/main" val="3688533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1C99E-626D-44EC-B507-0B07C6C5084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DB2D0DF-D612-4693-9CA6-62B5A90BA17B}"/>
              </a:ext>
            </a:extLst>
          </p:cNvPr>
          <p:cNvSpPr>
            <a:spLocks noGrp="1"/>
          </p:cNvSpPr>
          <p:nvPr>
            <p:ph type="dt" sz="half" idx="10"/>
          </p:nvPr>
        </p:nvSpPr>
        <p:spPr/>
        <p:txBody>
          <a:bodyPr/>
          <a:lstStyle/>
          <a:p>
            <a:fld id="{F06ED196-4E3E-40E4-885B-7A25E5024A74}" type="datetimeFigureOut">
              <a:rPr lang="en-IN" smtClean="0"/>
              <a:t>31-03-2026</a:t>
            </a:fld>
            <a:endParaRPr lang="en-IN"/>
          </a:p>
        </p:txBody>
      </p:sp>
      <p:sp>
        <p:nvSpPr>
          <p:cNvPr id="4" name="Footer Placeholder 3">
            <a:extLst>
              <a:ext uri="{FF2B5EF4-FFF2-40B4-BE49-F238E27FC236}">
                <a16:creationId xmlns:a16="http://schemas.microsoft.com/office/drawing/2014/main" id="{EC7EDA8D-0705-4CE6-8D42-046955E4CA6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DE3BC6C-9A77-463A-8BD1-E955ED7C26E0}"/>
              </a:ext>
            </a:extLst>
          </p:cNvPr>
          <p:cNvSpPr>
            <a:spLocks noGrp="1"/>
          </p:cNvSpPr>
          <p:nvPr>
            <p:ph type="sldNum" sz="quarter" idx="12"/>
          </p:nvPr>
        </p:nvSpPr>
        <p:spPr/>
        <p:txBody>
          <a:bodyPr/>
          <a:lstStyle/>
          <a:p>
            <a:fld id="{9D3F5063-1AD2-441D-AD16-85704BF33349}" type="slidenum">
              <a:rPr lang="en-IN" smtClean="0"/>
              <a:t>‹#›</a:t>
            </a:fld>
            <a:endParaRPr lang="en-IN"/>
          </a:p>
        </p:txBody>
      </p:sp>
    </p:spTree>
    <p:extLst>
      <p:ext uri="{BB962C8B-B14F-4D97-AF65-F5344CB8AC3E}">
        <p14:creationId xmlns:p14="http://schemas.microsoft.com/office/powerpoint/2010/main" val="733142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FC56D4-E615-49F8-A554-9B4B77C60467}"/>
              </a:ext>
            </a:extLst>
          </p:cNvPr>
          <p:cNvSpPr>
            <a:spLocks noGrp="1"/>
          </p:cNvSpPr>
          <p:nvPr>
            <p:ph type="dt" sz="half" idx="10"/>
          </p:nvPr>
        </p:nvSpPr>
        <p:spPr/>
        <p:txBody>
          <a:bodyPr/>
          <a:lstStyle/>
          <a:p>
            <a:fld id="{F06ED196-4E3E-40E4-885B-7A25E5024A74}" type="datetimeFigureOut">
              <a:rPr lang="en-IN" smtClean="0"/>
              <a:t>31-03-2026</a:t>
            </a:fld>
            <a:endParaRPr lang="en-IN"/>
          </a:p>
        </p:txBody>
      </p:sp>
      <p:sp>
        <p:nvSpPr>
          <p:cNvPr id="3" name="Footer Placeholder 2">
            <a:extLst>
              <a:ext uri="{FF2B5EF4-FFF2-40B4-BE49-F238E27FC236}">
                <a16:creationId xmlns:a16="http://schemas.microsoft.com/office/drawing/2014/main" id="{C1B55555-426B-436D-918E-78E75337116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A919766-BD19-4F48-A0DE-CF2E0DBE1B27}"/>
              </a:ext>
            </a:extLst>
          </p:cNvPr>
          <p:cNvSpPr>
            <a:spLocks noGrp="1"/>
          </p:cNvSpPr>
          <p:nvPr>
            <p:ph type="sldNum" sz="quarter" idx="12"/>
          </p:nvPr>
        </p:nvSpPr>
        <p:spPr/>
        <p:txBody>
          <a:bodyPr/>
          <a:lstStyle/>
          <a:p>
            <a:fld id="{9D3F5063-1AD2-441D-AD16-85704BF33349}" type="slidenum">
              <a:rPr lang="en-IN" smtClean="0"/>
              <a:t>‹#›</a:t>
            </a:fld>
            <a:endParaRPr lang="en-IN"/>
          </a:p>
        </p:txBody>
      </p:sp>
    </p:spTree>
    <p:extLst>
      <p:ext uri="{BB962C8B-B14F-4D97-AF65-F5344CB8AC3E}">
        <p14:creationId xmlns:p14="http://schemas.microsoft.com/office/powerpoint/2010/main" val="1914342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90FB8-F680-448D-9189-F656C695DD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BB282DC-EFB9-49CE-88D8-3C69BB88B1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8CDB233-D260-4C62-98E2-3F3AAC9FB4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D82D798-6095-4687-A38B-F29C14DD6AAA}"/>
              </a:ext>
            </a:extLst>
          </p:cNvPr>
          <p:cNvSpPr>
            <a:spLocks noGrp="1"/>
          </p:cNvSpPr>
          <p:nvPr>
            <p:ph type="dt" sz="half" idx="10"/>
          </p:nvPr>
        </p:nvSpPr>
        <p:spPr/>
        <p:txBody>
          <a:bodyPr/>
          <a:lstStyle/>
          <a:p>
            <a:fld id="{F06ED196-4E3E-40E4-885B-7A25E5024A74}" type="datetimeFigureOut">
              <a:rPr lang="en-IN" smtClean="0"/>
              <a:t>31-03-2026</a:t>
            </a:fld>
            <a:endParaRPr lang="en-IN"/>
          </a:p>
        </p:txBody>
      </p:sp>
      <p:sp>
        <p:nvSpPr>
          <p:cNvPr id="6" name="Footer Placeholder 5">
            <a:extLst>
              <a:ext uri="{FF2B5EF4-FFF2-40B4-BE49-F238E27FC236}">
                <a16:creationId xmlns:a16="http://schemas.microsoft.com/office/drawing/2014/main" id="{B961419F-B445-4399-8E37-838E01BD63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9B433F-C7E7-45E6-9876-4AED0D127683}"/>
              </a:ext>
            </a:extLst>
          </p:cNvPr>
          <p:cNvSpPr>
            <a:spLocks noGrp="1"/>
          </p:cNvSpPr>
          <p:nvPr>
            <p:ph type="sldNum" sz="quarter" idx="12"/>
          </p:nvPr>
        </p:nvSpPr>
        <p:spPr/>
        <p:txBody>
          <a:bodyPr/>
          <a:lstStyle/>
          <a:p>
            <a:fld id="{9D3F5063-1AD2-441D-AD16-85704BF33349}" type="slidenum">
              <a:rPr lang="en-IN" smtClean="0"/>
              <a:t>‹#›</a:t>
            </a:fld>
            <a:endParaRPr lang="en-IN"/>
          </a:p>
        </p:txBody>
      </p:sp>
    </p:spTree>
    <p:extLst>
      <p:ext uri="{BB962C8B-B14F-4D97-AF65-F5344CB8AC3E}">
        <p14:creationId xmlns:p14="http://schemas.microsoft.com/office/powerpoint/2010/main" val="999021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198A1-2A4F-4B81-BFDD-D21A6FBE62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D977D84-8E9A-4B28-98A3-5BB9D8ABC5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8FF14A7-26F9-4067-8FDD-57F80E8BD6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5BBB5D6-F97A-4845-8D87-5775C9656EC0}"/>
              </a:ext>
            </a:extLst>
          </p:cNvPr>
          <p:cNvSpPr>
            <a:spLocks noGrp="1"/>
          </p:cNvSpPr>
          <p:nvPr>
            <p:ph type="dt" sz="half" idx="10"/>
          </p:nvPr>
        </p:nvSpPr>
        <p:spPr/>
        <p:txBody>
          <a:bodyPr/>
          <a:lstStyle/>
          <a:p>
            <a:fld id="{F06ED196-4E3E-40E4-885B-7A25E5024A74}" type="datetimeFigureOut">
              <a:rPr lang="en-IN" smtClean="0"/>
              <a:t>31-03-2026</a:t>
            </a:fld>
            <a:endParaRPr lang="en-IN"/>
          </a:p>
        </p:txBody>
      </p:sp>
      <p:sp>
        <p:nvSpPr>
          <p:cNvPr id="6" name="Footer Placeholder 5">
            <a:extLst>
              <a:ext uri="{FF2B5EF4-FFF2-40B4-BE49-F238E27FC236}">
                <a16:creationId xmlns:a16="http://schemas.microsoft.com/office/drawing/2014/main" id="{3A722667-5698-4D76-A5D8-FA3279C6CB4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E5CA36-45B2-4867-BFD0-7493556BA9EC}"/>
              </a:ext>
            </a:extLst>
          </p:cNvPr>
          <p:cNvSpPr>
            <a:spLocks noGrp="1"/>
          </p:cNvSpPr>
          <p:nvPr>
            <p:ph type="sldNum" sz="quarter" idx="12"/>
          </p:nvPr>
        </p:nvSpPr>
        <p:spPr/>
        <p:txBody>
          <a:bodyPr/>
          <a:lstStyle/>
          <a:p>
            <a:fld id="{9D3F5063-1AD2-441D-AD16-85704BF33349}" type="slidenum">
              <a:rPr lang="en-IN" smtClean="0"/>
              <a:t>‹#›</a:t>
            </a:fld>
            <a:endParaRPr lang="en-IN"/>
          </a:p>
        </p:txBody>
      </p:sp>
    </p:spTree>
    <p:extLst>
      <p:ext uri="{BB962C8B-B14F-4D97-AF65-F5344CB8AC3E}">
        <p14:creationId xmlns:p14="http://schemas.microsoft.com/office/powerpoint/2010/main" val="14155289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47A17-5B90-4E49-8AB3-652878AA467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8E9E356-18A7-468F-A0D0-8B266996076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612F704-0C57-4F2D-8707-2A2C8E175C47}"/>
              </a:ext>
            </a:extLst>
          </p:cNvPr>
          <p:cNvSpPr>
            <a:spLocks noGrp="1"/>
          </p:cNvSpPr>
          <p:nvPr>
            <p:ph type="dt" sz="half" idx="10"/>
          </p:nvPr>
        </p:nvSpPr>
        <p:spPr/>
        <p:txBody>
          <a:bodyPr/>
          <a:lstStyle/>
          <a:p>
            <a:fld id="{F06ED196-4E3E-40E4-885B-7A25E5024A74}" type="datetimeFigureOut">
              <a:rPr lang="en-IN" smtClean="0"/>
              <a:t>31-03-2026</a:t>
            </a:fld>
            <a:endParaRPr lang="en-IN"/>
          </a:p>
        </p:txBody>
      </p:sp>
      <p:sp>
        <p:nvSpPr>
          <p:cNvPr id="5" name="Footer Placeholder 4">
            <a:extLst>
              <a:ext uri="{FF2B5EF4-FFF2-40B4-BE49-F238E27FC236}">
                <a16:creationId xmlns:a16="http://schemas.microsoft.com/office/drawing/2014/main" id="{0A4C4364-2F75-46F0-B087-66723D7C9E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5EA7B6-DA79-4FD5-8A05-40E09EC793A7}"/>
              </a:ext>
            </a:extLst>
          </p:cNvPr>
          <p:cNvSpPr>
            <a:spLocks noGrp="1"/>
          </p:cNvSpPr>
          <p:nvPr>
            <p:ph type="sldNum" sz="quarter" idx="12"/>
          </p:nvPr>
        </p:nvSpPr>
        <p:spPr/>
        <p:txBody>
          <a:bodyPr/>
          <a:lstStyle/>
          <a:p>
            <a:fld id="{9D3F5063-1AD2-441D-AD16-85704BF33349}" type="slidenum">
              <a:rPr lang="en-IN" smtClean="0"/>
              <a:t>‹#›</a:t>
            </a:fld>
            <a:endParaRPr lang="en-IN"/>
          </a:p>
        </p:txBody>
      </p:sp>
    </p:spTree>
    <p:extLst>
      <p:ext uri="{BB962C8B-B14F-4D97-AF65-F5344CB8AC3E}">
        <p14:creationId xmlns:p14="http://schemas.microsoft.com/office/powerpoint/2010/main" val="69082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205218-D029-43B4-AA36-7A0DC81A08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8660583-E793-4D0F-9F84-EBF2EA7C506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125948-F6E4-44BA-9A2D-36B61A954ED8}"/>
              </a:ext>
            </a:extLst>
          </p:cNvPr>
          <p:cNvSpPr>
            <a:spLocks noGrp="1"/>
          </p:cNvSpPr>
          <p:nvPr>
            <p:ph type="dt" sz="half" idx="10"/>
          </p:nvPr>
        </p:nvSpPr>
        <p:spPr/>
        <p:txBody>
          <a:bodyPr/>
          <a:lstStyle/>
          <a:p>
            <a:fld id="{F06ED196-4E3E-40E4-885B-7A25E5024A74}" type="datetimeFigureOut">
              <a:rPr lang="en-IN" smtClean="0"/>
              <a:t>31-03-2026</a:t>
            </a:fld>
            <a:endParaRPr lang="en-IN"/>
          </a:p>
        </p:txBody>
      </p:sp>
      <p:sp>
        <p:nvSpPr>
          <p:cNvPr id="5" name="Footer Placeholder 4">
            <a:extLst>
              <a:ext uri="{FF2B5EF4-FFF2-40B4-BE49-F238E27FC236}">
                <a16:creationId xmlns:a16="http://schemas.microsoft.com/office/drawing/2014/main" id="{054EF324-8087-4B51-B756-59B81F9F1B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1E1083-1649-4406-9B90-DFB63ADD18ED}"/>
              </a:ext>
            </a:extLst>
          </p:cNvPr>
          <p:cNvSpPr>
            <a:spLocks noGrp="1"/>
          </p:cNvSpPr>
          <p:nvPr>
            <p:ph type="sldNum" sz="quarter" idx="12"/>
          </p:nvPr>
        </p:nvSpPr>
        <p:spPr/>
        <p:txBody>
          <a:bodyPr/>
          <a:lstStyle/>
          <a:p>
            <a:fld id="{9D3F5063-1AD2-441D-AD16-85704BF33349}" type="slidenum">
              <a:rPr lang="en-IN" smtClean="0"/>
              <a:t>‹#›</a:t>
            </a:fld>
            <a:endParaRPr lang="en-IN"/>
          </a:p>
        </p:txBody>
      </p:sp>
    </p:spTree>
    <p:extLst>
      <p:ext uri="{BB962C8B-B14F-4D97-AF65-F5344CB8AC3E}">
        <p14:creationId xmlns:p14="http://schemas.microsoft.com/office/powerpoint/2010/main" val="4248642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485117-5894-4D2B-BDDF-B583F72D68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18FBBB7-75F9-4955-B88D-35E0F9AC10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5EA56F-6F84-440D-856F-994361DF84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06ED196-4E3E-40E4-885B-7A25E5024A74}" type="datetimeFigureOut">
              <a:rPr lang="en-IN" smtClean="0"/>
              <a:t>31-03-2026</a:t>
            </a:fld>
            <a:endParaRPr lang="en-IN"/>
          </a:p>
        </p:txBody>
      </p:sp>
      <p:sp>
        <p:nvSpPr>
          <p:cNvPr id="5" name="Footer Placeholder 4">
            <a:extLst>
              <a:ext uri="{FF2B5EF4-FFF2-40B4-BE49-F238E27FC236}">
                <a16:creationId xmlns:a16="http://schemas.microsoft.com/office/drawing/2014/main" id="{F5A80E8F-A1A2-4469-83E8-8F06E4E788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933AEA4-C28E-4C1B-9F95-287D2F9DFE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3F5063-1AD2-441D-AD16-85704BF33349}" type="slidenum">
              <a:rPr lang="en-IN" smtClean="0"/>
              <a:t>‹#›</a:t>
            </a:fld>
            <a:endParaRPr lang="en-IN"/>
          </a:p>
        </p:txBody>
      </p:sp>
    </p:spTree>
    <p:extLst>
      <p:ext uri="{BB962C8B-B14F-4D97-AF65-F5344CB8AC3E}">
        <p14:creationId xmlns:p14="http://schemas.microsoft.com/office/powerpoint/2010/main" val="5714540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A8BD5-5D34-474F-8B22-2F2074677B7E}"/>
              </a:ext>
            </a:extLst>
          </p:cNvPr>
          <p:cNvSpPr>
            <a:spLocks noGrp="1"/>
          </p:cNvSpPr>
          <p:nvPr>
            <p:ph type="ctrTitle"/>
          </p:nvPr>
        </p:nvSpPr>
        <p:spPr>
          <a:xfrm>
            <a:off x="1819563" y="900690"/>
            <a:ext cx="9144000" cy="881929"/>
          </a:xfrm>
          <a:solidFill>
            <a:schemeClr val="accent2">
              <a:lumMod val="20000"/>
              <a:lumOff val="80000"/>
            </a:schemeClr>
          </a:solidFill>
        </p:spPr>
        <p:txBody>
          <a:bodyPr anchor="ctr">
            <a:normAutofit fontScale="90000"/>
          </a:bodyPr>
          <a:lstStyle/>
          <a:p>
            <a:r>
              <a:rPr lang="en-US" b="1" dirty="0">
                <a:solidFill>
                  <a:srgbClr val="FF0000"/>
                </a:solidFill>
              </a:rPr>
              <a:t>Computer</a:t>
            </a:r>
            <a:endParaRPr lang="en-IN" b="1" dirty="0">
              <a:solidFill>
                <a:srgbClr val="FF0000"/>
              </a:solidFill>
            </a:endParaRPr>
          </a:p>
        </p:txBody>
      </p:sp>
      <p:sp>
        <p:nvSpPr>
          <p:cNvPr id="3" name="Subtitle 2">
            <a:extLst>
              <a:ext uri="{FF2B5EF4-FFF2-40B4-BE49-F238E27FC236}">
                <a16:creationId xmlns:a16="http://schemas.microsoft.com/office/drawing/2014/main" id="{1C549CA2-5425-46A2-9581-13D0D772C149}"/>
              </a:ext>
            </a:extLst>
          </p:cNvPr>
          <p:cNvSpPr>
            <a:spLocks noGrp="1"/>
          </p:cNvSpPr>
          <p:nvPr>
            <p:ph type="subTitle" idx="1"/>
          </p:nvPr>
        </p:nvSpPr>
        <p:spPr>
          <a:xfrm>
            <a:off x="1819563" y="2369199"/>
            <a:ext cx="9144000" cy="3417600"/>
          </a:xfrm>
        </p:spPr>
        <p:txBody>
          <a:bodyPr>
            <a:normAutofit/>
          </a:bodyPr>
          <a:lstStyle/>
          <a:p>
            <a:pPr algn="l"/>
            <a:r>
              <a:rPr lang="en-US" sz="2800" dirty="0"/>
              <a:t>A </a:t>
            </a:r>
            <a:r>
              <a:rPr lang="en-US" sz="2800" b="1" dirty="0"/>
              <a:t>computer</a:t>
            </a:r>
            <a:r>
              <a:rPr lang="en-US" sz="2800" dirty="0"/>
              <a:t> is an electronic machine that takes input, processes it, and gives output. It works very fast and accurately. Computers are used in almost every field like education, business, banking, hospitals, and entertainment.</a:t>
            </a:r>
          </a:p>
          <a:p>
            <a:pPr algn="l"/>
            <a:r>
              <a:rPr lang="en-US" sz="2800" dirty="0"/>
              <a:t>The quick brown fox jumps over the lazy dog. The quick brown fox jumps over the lazy dog. The quick brown fox jumps over the lazy dog. The quick brown fox jumps over the lazy dog. The quick brown fox jumps over the lazy dog. </a:t>
            </a:r>
          </a:p>
          <a:p>
            <a:pPr algn="l"/>
            <a:endParaRPr lang="en-US" dirty="0"/>
          </a:p>
          <a:p>
            <a:endParaRPr lang="en-IN" dirty="0"/>
          </a:p>
        </p:txBody>
      </p:sp>
    </p:spTree>
    <p:extLst>
      <p:ext uri="{BB962C8B-B14F-4D97-AF65-F5344CB8AC3E}">
        <p14:creationId xmlns:p14="http://schemas.microsoft.com/office/powerpoint/2010/main" val="37860605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D9A3C-AA11-4038-A890-690A103EE5D8}"/>
              </a:ext>
            </a:extLst>
          </p:cNvPr>
          <p:cNvSpPr>
            <a:spLocks noGrp="1"/>
          </p:cNvSpPr>
          <p:nvPr>
            <p:ph type="title"/>
          </p:nvPr>
        </p:nvSpPr>
        <p:spPr/>
        <p:txBody>
          <a:bodyPr/>
          <a:lstStyle/>
          <a:p>
            <a:r>
              <a:rPr lang="en-US" b="1" dirty="0">
                <a:solidFill>
                  <a:schemeClr val="accent1"/>
                </a:solidFill>
              </a:rPr>
              <a:t>History of Computer</a:t>
            </a:r>
            <a:endParaRPr lang="en-IN" b="1" dirty="0">
              <a:solidFill>
                <a:schemeClr val="accent1"/>
              </a:solidFill>
            </a:endParaRPr>
          </a:p>
        </p:txBody>
      </p:sp>
      <p:sp>
        <p:nvSpPr>
          <p:cNvPr id="3" name="Content Placeholder 2">
            <a:extLst>
              <a:ext uri="{FF2B5EF4-FFF2-40B4-BE49-F238E27FC236}">
                <a16:creationId xmlns:a16="http://schemas.microsoft.com/office/drawing/2014/main" id="{5350E48B-1F54-4C3C-81E6-3DD685D2A740}"/>
              </a:ext>
            </a:extLst>
          </p:cNvPr>
          <p:cNvSpPr>
            <a:spLocks noGrp="1"/>
          </p:cNvSpPr>
          <p:nvPr>
            <p:ph sz="half" idx="1"/>
          </p:nvPr>
        </p:nvSpPr>
        <p:spPr/>
        <p:txBody>
          <a:bodyPr>
            <a:normAutofit fontScale="92500" lnSpcReduction="20000"/>
          </a:bodyPr>
          <a:lstStyle/>
          <a:p>
            <a:pPr marL="0" indent="0">
              <a:buNone/>
            </a:pPr>
            <a:r>
              <a:rPr lang="en-IN" b="1" dirty="0"/>
              <a:t>➤ Abacus</a:t>
            </a:r>
          </a:p>
          <a:p>
            <a:r>
              <a:rPr lang="en-IN" dirty="0"/>
              <a:t>First calculating device (around 3000 BC) </a:t>
            </a:r>
          </a:p>
          <a:p>
            <a:r>
              <a:rPr lang="en-IN" dirty="0"/>
              <a:t>Used for basic arithmetic (addition, subtraction) </a:t>
            </a:r>
          </a:p>
          <a:p>
            <a:pPr marL="0" indent="0">
              <a:buNone/>
            </a:pPr>
            <a:r>
              <a:rPr lang="en-IN" b="1" dirty="0"/>
              <a:t>➤ Napier’s Bones</a:t>
            </a:r>
          </a:p>
          <a:p>
            <a:r>
              <a:rPr lang="en-IN" dirty="0"/>
              <a:t>Invented by John Napier </a:t>
            </a:r>
          </a:p>
          <a:p>
            <a:r>
              <a:rPr lang="en-IN" dirty="0"/>
              <a:t>Used for multiplication and division </a:t>
            </a:r>
          </a:p>
          <a:p>
            <a:pPr marL="0" indent="0">
              <a:buNone/>
            </a:pPr>
            <a:r>
              <a:rPr lang="en-IN" b="1" dirty="0"/>
              <a:t>➤ Pascaline</a:t>
            </a:r>
          </a:p>
          <a:p>
            <a:r>
              <a:rPr lang="en-IN" dirty="0"/>
              <a:t>Invented by Blaise Pascal </a:t>
            </a:r>
          </a:p>
          <a:p>
            <a:r>
              <a:rPr lang="en-IN" dirty="0"/>
              <a:t>First mechanical calculator</a:t>
            </a:r>
          </a:p>
          <a:p>
            <a:endParaRPr lang="en-IN" dirty="0"/>
          </a:p>
        </p:txBody>
      </p:sp>
      <p:pic>
        <p:nvPicPr>
          <p:cNvPr id="6" name="Content Placeholder 5">
            <a:extLst>
              <a:ext uri="{FF2B5EF4-FFF2-40B4-BE49-F238E27FC236}">
                <a16:creationId xmlns:a16="http://schemas.microsoft.com/office/drawing/2014/main" id="{BA0D314F-E9F2-4322-AA57-19CE8C0FC6E3}"/>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613236" y="1967345"/>
            <a:ext cx="4107866" cy="4209618"/>
          </a:xfrm>
        </p:spPr>
      </p:pic>
    </p:spTree>
    <p:extLst>
      <p:ext uri="{BB962C8B-B14F-4D97-AF65-F5344CB8AC3E}">
        <p14:creationId xmlns:p14="http://schemas.microsoft.com/office/powerpoint/2010/main" val="502909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569DA2C-C78B-47A3-9F05-FE49E446450D}"/>
              </a:ext>
            </a:extLst>
          </p:cNvPr>
          <p:cNvSpPr>
            <a:spLocks noGrp="1"/>
          </p:cNvSpPr>
          <p:nvPr>
            <p:ph type="title"/>
          </p:nvPr>
        </p:nvSpPr>
        <p:spPr>
          <a:xfrm>
            <a:off x="839788" y="221466"/>
            <a:ext cx="10515600" cy="1325563"/>
          </a:xfrm>
          <a:solidFill>
            <a:srgbClr val="FFC000"/>
          </a:solidFill>
        </p:spPr>
        <p:txBody>
          <a:bodyPr/>
          <a:lstStyle/>
          <a:p>
            <a:r>
              <a:rPr lang="en-US" dirty="0"/>
              <a:t>Difference Between RAM and ROM</a:t>
            </a:r>
            <a:endParaRPr lang="en-IN" dirty="0"/>
          </a:p>
        </p:txBody>
      </p:sp>
      <p:sp>
        <p:nvSpPr>
          <p:cNvPr id="6" name="Text Placeholder 5">
            <a:extLst>
              <a:ext uri="{FF2B5EF4-FFF2-40B4-BE49-F238E27FC236}">
                <a16:creationId xmlns:a16="http://schemas.microsoft.com/office/drawing/2014/main" id="{2A6C2158-63F9-4F26-930A-62402C9B5AD6}"/>
              </a:ext>
            </a:extLst>
          </p:cNvPr>
          <p:cNvSpPr>
            <a:spLocks noGrp="1"/>
          </p:cNvSpPr>
          <p:nvPr>
            <p:ph type="body" idx="1"/>
          </p:nvPr>
        </p:nvSpPr>
        <p:spPr>
          <a:solidFill>
            <a:schemeClr val="accent1">
              <a:lumMod val="20000"/>
              <a:lumOff val="80000"/>
            </a:schemeClr>
          </a:solidFill>
        </p:spPr>
        <p:txBody>
          <a:bodyPr anchor="ctr"/>
          <a:lstStyle/>
          <a:p>
            <a:pPr algn="ctr"/>
            <a:r>
              <a:rPr lang="en-US" dirty="0"/>
              <a:t>RAM</a:t>
            </a:r>
            <a:endParaRPr lang="en-IN" dirty="0"/>
          </a:p>
        </p:txBody>
      </p:sp>
      <p:sp>
        <p:nvSpPr>
          <p:cNvPr id="8" name="Text Placeholder 7">
            <a:extLst>
              <a:ext uri="{FF2B5EF4-FFF2-40B4-BE49-F238E27FC236}">
                <a16:creationId xmlns:a16="http://schemas.microsoft.com/office/drawing/2014/main" id="{8FF0AAE9-D338-4F5B-BE2A-B87FFC9CF8B8}"/>
              </a:ext>
            </a:extLst>
          </p:cNvPr>
          <p:cNvSpPr>
            <a:spLocks noGrp="1"/>
          </p:cNvSpPr>
          <p:nvPr>
            <p:ph type="body" sz="quarter" idx="3"/>
          </p:nvPr>
        </p:nvSpPr>
        <p:spPr>
          <a:solidFill>
            <a:schemeClr val="accent1">
              <a:lumMod val="20000"/>
              <a:lumOff val="80000"/>
            </a:schemeClr>
          </a:solidFill>
        </p:spPr>
        <p:txBody>
          <a:bodyPr anchor="ctr"/>
          <a:lstStyle/>
          <a:p>
            <a:pPr algn="ctr"/>
            <a:r>
              <a:rPr lang="en-US" dirty="0"/>
              <a:t>ROM</a:t>
            </a:r>
            <a:endParaRPr lang="en-IN" dirty="0"/>
          </a:p>
        </p:txBody>
      </p:sp>
      <p:sp>
        <p:nvSpPr>
          <p:cNvPr id="9" name="Content Placeholder 8">
            <a:extLst>
              <a:ext uri="{FF2B5EF4-FFF2-40B4-BE49-F238E27FC236}">
                <a16:creationId xmlns:a16="http://schemas.microsoft.com/office/drawing/2014/main" id="{8CD4D39D-B926-4A8B-B772-B0BF8D3C1660}"/>
              </a:ext>
            </a:extLst>
          </p:cNvPr>
          <p:cNvSpPr>
            <a:spLocks noGrp="1"/>
          </p:cNvSpPr>
          <p:nvPr>
            <p:ph sz="quarter" idx="4"/>
          </p:nvPr>
        </p:nvSpPr>
        <p:spPr>
          <a:xfrm>
            <a:off x="6172200" y="2526610"/>
            <a:ext cx="5183188" cy="3641518"/>
          </a:xfrm>
        </p:spPr>
        <p:txBody>
          <a:bodyPr>
            <a:normAutofit fontScale="92500"/>
          </a:bodyPr>
          <a:lstStyle/>
          <a:p>
            <a:r>
              <a:rPr lang="en-US" b="1" dirty="0"/>
              <a:t>Full Form</a:t>
            </a:r>
            <a:r>
              <a:rPr lang="en-US" dirty="0"/>
              <a:t>: Read Only Memory </a:t>
            </a:r>
          </a:p>
          <a:p>
            <a:r>
              <a:rPr lang="en-US" b="1" dirty="0"/>
              <a:t>Type</a:t>
            </a:r>
            <a:r>
              <a:rPr lang="en-US" dirty="0"/>
              <a:t>: Non-volatile memory (data stays even when power is OFF) </a:t>
            </a:r>
          </a:p>
          <a:p>
            <a:r>
              <a:rPr lang="en-US" b="1" dirty="0"/>
              <a:t>Use</a:t>
            </a:r>
            <a:r>
              <a:rPr lang="en-US" dirty="0"/>
              <a:t>: Stores permanent instructions </a:t>
            </a:r>
          </a:p>
          <a:p>
            <a:r>
              <a:rPr lang="en-US" b="1" dirty="0"/>
              <a:t>Speed</a:t>
            </a:r>
            <a:r>
              <a:rPr lang="en-US" dirty="0"/>
              <a:t>: Slower than RAM </a:t>
            </a:r>
          </a:p>
          <a:p>
            <a:r>
              <a:rPr lang="en-US" b="1" dirty="0"/>
              <a:t>Example</a:t>
            </a:r>
            <a:r>
              <a:rPr lang="en-US" dirty="0"/>
              <a:t>: Booting instructions (BIOS) </a:t>
            </a:r>
          </a:p>
          <a:p>
            <a:r>
              <a:rPr lang="en-US" b="1" dirty="0"/>
              <a:t>Editable</a:t>
            </a:r>
            <a:r>
              <a:rPr lang="en-US" dirty="0"/>
              <a:t>: No (mostly read-only) </a:t>
            </a:r>
          </a:p>
          <a:p>
            <a:pPr marL="0" indent="0">
              <a:buNone/>
            </a:pPr>
            <a:endParaRPr lang="en-IN" dirty="0"/>
          </a:p>
        </p:txBody>
      </p:sp>
      <p:sp>
        <p:nvSpPr>
          <p:cNvPr id="10" name="Rectangle 3">
            <a:extLst>
              <a:ext uri="{FF2B5EF4-FFF2-40B4-BE49-F238E27FC236}">
                <a16:creationId xmlns:a16="http://schemas.microsoft.com/office/drawing/2014/main" id="{3F66978C-357E-4E64-870E-6895FA057B8F}"/>
              </a:ext>
            </a:extLst>
          </p:cNvPr>
          <p:cNvSpPr>
            <a:spLocks noGrp="1" noChangeArrowheads="1"/>
          </p:cNvSpPr>
          <p:nvPr>
            <p:ph sz="half" idx="2"/>
          </p:nvPr>
        </p:nvSpPr>
        <p:spPr bwMode="auto">
          <a:xfrm>
            <a:off x="839788" y="2639209"/>
            <a:ext cx="5180013"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Full Form</a:t>
            </a:r>
            <a:r>
              <a:rPr kumimoji="0" lang="en-US" altLang="en-US" sz="2400" b="0" i="0" u="none" strike="noStrike" cap="none" normalizeH="0" baseline="0" dirty="0">
                <a:ln>
                  <a:noFill/>
                </a:ln>
                <a:solidFill>
                  <a:schemeClr val="tx1"/>
                </a:solidFill>
                <a:effectLst/>
                <a:latin typeface="Arial" panose="020B0604020202020204" pitchFamily="34" charset="0"/>
              </a:rPr>
              <a:t>: Random Access Memory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Type</a:t>
            </a:r>
            <a:r>
              <a:rPr kumimoji="0" lang="en-US" altLang="en-US" sz="2400" b="0" i="0" u="none" strike="noStrike" cap="none" normalizeH="0" baseline="0" dirty="0">
                <a:ln>
                  <a:noFill/>
                </a:ln>
                <a:solidFill>
                  <a:schemeClr val="tx1"/>
                </a:solidFill>
                <a:effectLst/>
                <a:latin typeface="Arial" panose="020B0604020202020204" pitchFamily="34" charset="0"/>
              </a:rPr>
              <a:t>: Volatile memory (data lost when power is OFF)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Use</a:t>
            </a:r>
            <a:r>
              <a:rPr kumimoji="0" lang="en-US" altLang="en-US" sz="2400" b="0" i="0" u="none" strike="noStrike" cap="none" normalizeH="0" baseline="0" dirty="0">
                <a:ln>
                  <a:noFill/>
                </a:ln>
                <a:solidFill>
                  <a:schemeClr val="tx1"/>
                </a:solidFill>
                <a:effectLst/>
                <a:latin typeface="Arial" panose="020B0604020202020204" pitchFamily="34" charset="0"/>
              </a:rPr>
              <a:t>: Stores temporary data while working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Speed</a:t>
            </a:r>
            <a:r>
              <a:rPr kumimoji="0" lang="en-US" altLang="en-US" sz="2400" b="0" i="0" u="none" strike="noStrike" cap="none" normalizeH="0" baseline="0" dirty="0">
                <a:ln>
                  <a:noFill/>
                </a:ln>
                <a:solidFill>
                  <a:schemeClr val="tx1"/>
                </a:solidFill>
                <a:effectLst/>
                <a:latin typeface="Arial" panose="020B0604020202020204" pitchFamily="34" charset="0"/>
              </a:rPr>
              <a:t>: Very fast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Example</a:t>
            </a:r>
            <a:r>
              <a:rPr kumimoji="0" lang="en-US" altLang="en-US" sz="2400" b="0" i="0" u="none" strike="noStrike" cap="none" normalizeH="0" baseline="0" dirty="0">
                <a:ln>
                  <a:noFill/>
                </a:ln>
                <a:solidFill>
                  <a:schemeClr val="tx1"/>
                </a:solidFill>
                <a:effectLst/>
                <a:latin typeface="Arial" panose="020B0604020202020204" pitchFamily="34" charset="0"/>
              </a:rPr>
              <a:t>: Running apps, open files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Editable</a:t>
            </a:r>
            <a:r>
              <a:rPr kumimoji="0" lang="en-US" altLang="en-US" sz="2400" b="0" i="0" u="none" strike="noStrike" cap="none" normalizeH="0" baseline="0" dirty="0">
                <a:ln>
                  <a:noFill/>
                </a:ln>
                <a:solidFill>
                  <a:schemeClr val="tx1"/>
                </a:solidFill>
                <a:effectLst/>
                <a:latin typeface="Arial" panose="020B0604020202020204" pitchFamily="34" charset="0"/>
              </a:rPr>
              <a:t>: Yes (Read &amp; Write) </a:t>
            </a:r>
          </a:p>
        </p:txBody>
      </p:sp>
    </p:spTree>
    <p:extLst>
      <p:ext uri="{BB962C8B-B14F-4D97-AF65-F5344CB8AC3E}">
        <p14:creationId xmlns:p14="http://schemas.microsoft.com/office/powerpoint/2010/main" val="479410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FCF292BA-F296-4C4F-AF38-9FA5814DC03D}"/>
              </a:ext>
            </a:extLst>
          </p:cNvPr>
          <p:cNvSpPr/>
          <p:nvPr/>
        </p:nvSpPr>
        <p:spPr>
          <a:xfrm>
            <a:off x="1634836" y="701964"/>
            <a:ext cx="8977746" cy="5135418"/>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accent1"/>
                </a:solidFill>
              </a:rPr>
              <a:t>Task 1: </a:t>
            </a:r>
            <a:r>
              <a:rPr lang="en-US" sz="3200" b="1" dirty="0" err="1">
                <a:solidFill>
                  <a:schemeClr val="accent1"/>
                </a:solidFill>
              </a:rPr>
              <a:t>Preapre</a:t>
            </a:r>
            <a:r>
              <a:rPr lang="en-US" sz="3200" b="1" dirty="0">
                <a:solidFill>
                  <a:schemeClr val="accent1"/>
                </a:solidFill>
              </a:rPr>
              <a:t> the Chart for Data</a:t>
            </a:r>
            <a:endParaRPr lang="en-IN" sz="3200" b="1" dirty="0">
              <a:solidFill>
                <a:schemeClr val="accent1"/>
              </a:solidFill>
            </a:endParaRPr>
          </a:p>
        </p:txBody>
      </p:sp>
      <p:sp>
        <p:nvSpPr>
          <p:cNvPr id="9" name="Arrow: Right 8">
            <a:extLst>
              <a:ext uri="{FF2B5EF4-FFF2-40B4-BE49-F238E27FC236}">
                <a16:creationId xmlns:a16="http://schemas.microsoft.com/office/drawing/2014/main" id="{E9DB9C14-D118-4706-BE49-437F2A23E5D1}"/>
              </a:ext>
            </a:extLst>
          </p:cNvPr>
          <p:cNvSpPr/>
          <p:nvPr/>
        </p:nvSpPr>
        <p:spPr>
          <a:xfrm>
            <a:off x="1440873" y="1413164"/>
            <a:ext cx="1588654" cy="13669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Left Brace 9">
            <a:extLst>
              <a:ext uri="{FF2B5EF4-FFF2-40B4-BE49-F238E27FC236}">
                <a16:creationId xmlns:a16="http://schemas.microsoft.com/office/drawing/2014/main" id="{D2DAE900-6A57-4A64-B1B1-3CE6D5A145D2}"/>
              </a:ext>
            </a:extLst>
          </p:cNvPr>
          <p:cNvSpPr/>
          <p:nvPr/>
        </p:nvSpPr>
        <p:spPr>
          <a:xfrm>
            <a:off x="5560291" y="701964"/>
            <a:ext cx="1514764" cy="7112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1" name="Isosceles Triangle 10">
            <a:extLst>
              <a:ext uri="{FF2B5EF4-FFF2-40B4-BE49-F238E27FC236}">
                <a16:creationId xmlns:a16="http://schemas.microsoft.com/office/drawing/2014/main" id="{B45BF27D-05E7-47A8-9F57-7636F0DA38C9}"/>
              </a:ext>
            </a:extLst>
          </p:cNvPr>
          <p:cNvSpPr/>
          <p:nvPr/>
        </p:nvSpPr>
        <p:spPr>
          <a:xfrm>
            <a:off x="5033818" y="2235200"/>
            <a:ext cx="2041237" cy="886691"/>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Star: 5 Points 11">
            <a:extLst>
              <a:ext uri="{FF2B5EF4-FFF2-40B4-BE49-F238E27FC236}">
                <a16:creationId xmlns:a16="http://schemas.microsoft.com/office/drawing/2014/main" id="{9A4C15E0-AD28-48B2-9FC8-C3D0E461EBA0}"/>
              </a:ext>
            </a:extLst>
          </p:cNvPr>
          <p:cNvSpPr/>
          <p:nvPr/>
        </p:nvSpPr>
        <p:spPr>
          <a:xfrm>
            <a:off x="8266545" y="1413164"/>
            <a:ext cx="2041237" cy="154247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Star: 32 Points 12">
            <a:extLst>
              <a:ext uri="{FF2B5EF4-FFF2-40B4-BE49-F238E27FC236}">
                <a16:creationId xmlns:a16="http://schemas.microsoft.com/office/drawing/2014/main" id="{C9F0DB6A-EC04-4F7F-8C97-CA1076C98F24}"/>
              </a:ext>
            </a:extLst>
          </p:cNvPr>
          <p:cNvSpPr/>
          <p:nvPr/>
        </p:nvSpPr>
        <p:spPr>
          <a:xfrm>
            <a:off x="591127" y="3135748"/>
            <a:ext cx="3454400" cy="3057238"/>
          </a:xfrm>
          <a:prstGeom prst="star32">
            <a:avLst>
              <a:gd name="adj"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14" name="Table 13">
            <a:extLst>
              <a:ext uri="{FF2B5EF4-FFF2-40B4-BE49-F238E27FC236}">
                <a16:creationId xmlns:a16="http://schemas.microsoft.com/office/drawing/2014/main" id="{642BCB8A-A0F5-4362-A7A1-F2ABC8016112}"/>
              </a:ext>
            </a:extLst>
          </p:cNvPr>
          <p:cNvGraphicFramePr>
            <a:graphicFrameLocks noGrp="1"/>
          </p:cNvGraphicFramePr>
          <p:nvPr>
            <p:extLst>
              <p:ext uri="{D42A27DB-BD31-4B8C-83A1-F6EECF244321}">
                <p14:modId xmlns:p14="http://schemas.microsoft.com/office/powerpoint/2010/main" val="4281910279"/>
              </p:ext>
            </p:extLst>
          </p:nvPr>
        </p:nvGraphicFramePr>
        <p:xfrm>
          <a:off x="2031999" y="2773682"/>
          <a:ext cx="8128002" cy="111252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3845582456"/>
                    </a:ext>
                  </a:extLst>
                </a:gridCol>
                <a:gridCol w="1354667">
                  <a:extLst>
                    <a:ext uri="{9D8B030D-6E8A-4147-A177-3AD203B41FA5}">
                      <a16:colId xmlns:a16="http://schemas.microsoft.com/office/drawing/2014/main" val="793344938"/>
                    </a:ext>
                  </a:extLst>
                </a:gridCol>
                <a:gridCol w="1354667">
                  <a:extLst>
                    <a:ext uri="{9D8B030D-6E8A-4147-A177-3AD203B41FA5}">
                      <a16:colId xmlns:a16="http://schemas.microsoft.com/office/drawing/2014/main" val="4244304244"/>
                    </a:ext>
                  </a:extLst>
                </a:gridCol>
                <a:gridCol w="1354667">
                  <a:extLst>
                    <a:ext uri="{9D8B030D-6E8A-4147-A177-3AD203B41FA5}">
                      <a16:colId xmlns:a16="http://schemas.microsoft.com/office/drawing/2014/main" val="4094632764"/>
                    </a:ext>
                  </a:extLst>
                </a:gridCol>
                <a:gridCol w="1354667">
                  <a:extLst>
                    <a:ext uri="{9D8B030D-6E8A-4147-A177-3AD203B41FA5}">
                      <a16:colId xmlns:a16="http://schemas.microsoft.com/office/drawing/2014/main" val="186820648"/>
                    </a:ext>
                  </a:extLst>
                </a:gridCol>
                <a:gridCol w="1354667">
                  <a:extLst>
                    <a:ext uri="{9D8B030D-6E8A-4147-A177-3AD203B41FA5}">
                      <a16:colId xmlns:a16="http://schemas.microsoft.com/office/drawing/2014/main" val="515309473"/>
                    </a:ext>
                  </a:extLst>
                </a:gridCol>
              </a:tblGrid>
              <a:tr h="370840">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165049445"/>
                  </a:ext>
                </a:extLst>
              </a:tr>
              <a:tr h="37084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349621626"/>
                  </a:ext>
                </a:extLst>
              </a:tr>
              <a:tr h="37084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2863241835"/>
                  </a:ext>
                </a:extLst>
              </a:tr>
            </a:tbl>
          </a:graphicData>
        </a:graphic>
      </p:graphicFrame>
    </p:spTree>
    <p:extLst>
      <p:ext uri="{BB962C8B-B14F-4D97-AF65-F5344CB8AC3E}">
        <p14:creationId xmlns:p14="http://schemas.microsoft.com/office/powerpoint/2010/main" val="16071305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5F4974A8-74B3-4C8F-8FE7-95F0B58DD95F}"/>
              </a:ext>
            </a:extLst>
          </p:cNvPr>
          <p:cNvGraphicFramePr/>
          <p:nvPr>
            <p:extLst>
              <p:ext uri="{D42A27DB-BD31-4B8C-83A1-F6EECF244321}">
                <p14:modId xmlns:p14="http://schemas.microsoft.com/office/powerpoint/2010/main" val="1784125575"/>
              </p:ext>
            </p:extLst>
          </p:nvPr>
        </p:nvGraphicFramePr>
        <p:xfrm>
          <a:off x="849745" y="488757"/>
          <a:ext cx="10307782"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500720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249</Words>
  <Application>Microsoft Office PowerPoint</Application>
  <PresentationFormat>Widescreen</PresentationFormat>
  <Paragraphs>33</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Computer</vt:lpstr>
      <vt:lpstr>History of Computer</vt:lpstr>
      <vt:lpstr>Difference Between RAM and ROM</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dc:title>
  <dc:creator>pc</dc:creator>
  <cp:lastModifiedBy>pc</cp:lastModifiedBy>
  <cp:revision>5</cp:revision>
  <dcterms:created xsi:type="dcterms:W3CDTF">2026-03-31T06:01:51Z</dcterms:created>
  <dcterms:modified xsi:type="dcterms:W3CDTF">2026-03-31T06:41:31Z</dcterms:modified>
</cp:coreProperties>
</file>