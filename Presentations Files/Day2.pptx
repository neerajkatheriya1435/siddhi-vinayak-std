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5" r:id="rId4"/>
    <p:sldId id="263" r:id="rId5"/>
    <p:sldId id="267" r:id="rId6"/>
    <p:sldId id="264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12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985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0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940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30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42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961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58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49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614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73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5097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126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378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233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6136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160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45B10-2123-4E14-879F-26AED869B83E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51967-4214-4D05-8DC0-919EBA3CD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23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68E59F-37FF-4755-9D8F-360AA931E4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7C1C4A-E483-40EB-8735-2D6A1F1CB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59742" cy="5782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E384DA-6BF3-451C-A120-CB8EF9CD5DF2}"/>
              </a:ext>
            </a:extLst>
          </p:cNvPr>
          <p:cNvSpPr txBox="1"/>
          <p:nvPr/>
        </p:nvSpPr>
        <p:spPr>
          <a:xfrm>
            <a:off x="2359742" y="116566"/>
            <a:ext cx="8511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Shri Siddhi Vinayak Group of Institutions (SSVGI), Bareilly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666E20-802B-443F-85AB-4E22B116AC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3280" y="1"/>
            <a:ext cx="1175938" cy="5938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D14934-FA23-4B60-B2F5-EBC58C1C1D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833" r="96944">
                        <a14:foregroundMark x1="14444" y1="43889" x2="14444" y2="43889"/>
                        <a14:foregroundMark x1="32222" y1="40278" x2="32222" y2="40278"/>
                        <a14:foregroundMark x1="4722" y1="49167" x2="4722" y2="49167"/>
                        <a14:foregroundMark x1="1111" y1="52500" x2="1111" y2="52500"/>
                        <a14:foregroundMark x1="88611" y1="36944" x2="88611" y2="36944"/>
                        <a14:foregroundMark x1="96944" y1="50278" x2="96944" y2="50278"/>
                        <a14:foregroundMark x1="79722" y1="59722" x2="79722" y2="59722"/>
                        <a14:foregroundMark x1="73056" y1="62222" x2="73056" y2="62222"/>
                        <a14:foregroundMark x1="62500" y1="68611" x2="62500" y2="68611"/>
                        <a14:foregroundMark x1="57500" y1="73611" x2="57500" y2="736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286" y="1808473"/>
            <a:ext cx="1055427" cy="10554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9E28B1-B5AD-4E44-8817-97090E0ACAD3}"/>
              </a:ext>
            </a:extLst>
          </p:cNvPr>
          <p:cNvSpPr txBox="1"/>
          <p:nvPr/>
        </p:nvSpPr>
        <p:spPr>
          <a:xfrm>
            <a:off x="4335780" y="4521813"/>
            <a:ext cx="3815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Basic To Advance Level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40571491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525F87-7270-4174-9EC6-D95F6D145A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1" b="28029"/>
          <a:stretch/>
        </p:blipFill>
        <p:spPr>
          <a:xfrm>
            <a:off x="5363399" y="0"/>
            <a:ext cx="6828601" cy="6858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D19CF32-87B5-402D-8EA7-7E9BA1060AE0}"/>
              </a:ext>
            </a:extLst>
          </p:cNvPr>
          <p:cNvSpPr/>
          <p:nvPr/>
        </p:nvSpPr>
        <p:spPr>
          <a:xfrm>
            <a:off x="1064870" y="1705819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1 : Create A Resume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63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525F87-7270-4174-9EC6-D95F6D145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077" y="0"/>
            <a:ext cx="6235924" cy="6858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D19CF32-87B5-402D-8EA7-7E9BA1060AE0}"/>
              </a:ext>
            </a:extLst>
          </p:cNvPr>
          <p:cNvSpPr/>
          <p:nvPr/>
        </p:nvSpPr>
        <p:spPr>
          <a:xfrm>
            <a:off x="1064870" y="1705819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2 : Create A Resume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337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4817208-43A0-4277-ACFA-AFE30CEF256B}"/>
              </a:ext>
            </a:extLst>
          </p:cNvPr>
          <p:cNvSpPr/>
          <p:nvPr/>
        </p:nvSpPr>
        <p:spPr>
          <a:xfrm>
            <a:off x="509285" y="1798416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3 : Create A Hierarchy</a:t>
            </a:r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98C17-3F66-4322-AF30-44D3ED934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832" y="1076446"/>
            <a:ext cx="7520328" cy="447940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870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4817208-43A0-4277-ACFA-AFE30CEF256B}"/>
              </a:ext>
            </a:extLst>
          </p:cNvPr>
          <p:cNvSpPr/>
          <p:nvPr/>
        </p:nvSpPr>
        <p:spPr>
          <a:xfrm>
            <a:off x="509285" y="1798416"/>
            <a:ext cx="3472405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4 : Create A Chart</a:t>
            </a:r>
            <a:endParaRPr lang="en-IN" sz="2400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698C17-3F66-4322-AF30-44D3ED934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1069" y="2026"/>
            <a:ext cx="6950931" cy="6855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79808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C1700A5-BCFC-49A5-8B81-CD15825B2F12}"/>
              </a:ext>
            </a:extLst>
          </p:cNvPr>
          <p:cNvSpPr/>
          <p:nvPr/>
        </p:nvSpPr>
        <p:spPr>
          <a:xfrm>
            <a:off x="613458" y="1566922"/>
            <a:ext cx="10718157" cy="344636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Task 5 : Do Mail Merge With One 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Any one Example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942411C-4BD0-4AAD-BD25-9E6333020749}"/>
              </a:ext>
            </a:extLst>
          </p:cNvPr>
          <p:cNvSpPr/>
          <p:nvPr/>
        </p:nvSpPr>
        <p:spPr>
          <a:xfrm>
            <a:off x="5565057" y="3902823"/>
            <a:ext cx="334297" cy="5997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795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8A6B5-5E61-4F75-A4DD-9F6CC84B9ECC}"/>
              </a:ext>
            </a:extLst>
          </p:cNvPr>
          <p:cNvSpPr txBox="1"/>
          <p:nvPr/>
        </p:nvSpPr>
        <p:spPr>
          <a:xfrm>
            <a:off x="698090" y="1415845"/>
            <a:ext cx="110022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To,  </a:t>
            </a:r>
          </a:p>
          <a:p>
            <a:r>
              <a:rPr lang="en-US" b="1" dirty="0"/>
              <a:t>The Manager,  </a:t>
            </a:r>
          </a:p>
          <a:p>
            <a:r>
              <a:rPr lang="en-US" b="1" dirty="0" err="1"/>
              <a:t>Cadd</a:t>
            </a:r>
            <a:r>
              <a:rPr lang="en-US" b="1" dirty="0"/>
              <a:t> Mentor Bareilly</a:t>
            </a:r>
          </a:p>
          <a:p>
            <a:endParaRPr lang="en-US" b="1" dirty="0"/>
          </a:p>
          <a:p>
            <a:r>
              <a:rPr lang="en-US" b="1" dirty="0"/>
              <a:t>Subject: Application for Leave  </a:t>
            </a:r>
          </a:p>
          <a:p>
            <a:endParaRPr lang="en-US" b="1" dirty="0"/>
          </a:p>
          <a:p>
            <a:r>
              <a:rPr lang="en-US" b="1" dirty="0"/>
              <a:t>Respected Sir/Madam,  </a:t>
            </a:r>
          </a:p>
          <a:p>
            <a:endParaRPr lang="en-US" b="1" dirty="0"/>
          </a:p>
          <a:p>
            <a:r>
              <a:rPr lang="en-US" b="1" dirty="0"/>
              <a:t>My name is &lt;&lt;Rohan&gt;&gt;. I am writing this application to request leave due to personal reasons.  </a:t>
            </a:r>
          </a:p>
          <a:p>
            <a:endParaRPr lang="en-US" b="1" dirty="0"/>
          </a:p>
          <a:p>
            <a:r>
              <a:rPr lang="en-US" b="1" dirty="0"/>
              <a:t>Kindly grant me leave. You can contact me if needed on my phone number &lt;&lt;1234567890&gt;&gt; or email &lt;&lt;rohan@rohan.com&gt;&gt;.  </a:t>
            </a:r>
          </a:p>
          <a:p>
            <a:endParaRPr lang="en-US" b="1" dirty="0"/>
          </a:p>
          <a:p>
            <a:r>
              <a:rPr lang="en-US" b="1" dirty="0"/>
              <a:t>I shall be thankful to you.  </a:t>
            </a:r>
          </a:p>
          <a:p>
            <a:endParaRPr lang="en-US" b="1" dirty="0"/>
          </a:p>
          <a:p>
            <a:r>
              <a:rPr lang="en-US" b="1" dirty="0"/>
              <a:t>Yours sincerely,  </a:t>
            </a:r>
          </a:p>
          <a:p>
            <a:r>
              <a:rPr lang="en-US" b="1" dirty="0"/>
              <a:t>&lt;&lt;Rohan&gt;&gt;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8965909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386</TotalTime>
  <Words>126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23</cp:revision>
  <dcterms:created xsi:type="dcterms:W3CDTF">2026-03-20T10:03:49Z</dcterms:created>
  <dcterms:modified xsi:type="dcterms:W3CDTF">2026-03-25T01:52:21Z</dcterms:modified>
</cp:coreProperties>
</file>