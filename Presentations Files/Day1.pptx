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9" autoAdjust="0"/>
    <p:restoredTop sz="94660"/>
  </p:normalViewPr>
  <p:slideViewPr>
    <p:cSldViewPr snapToGrid="0">
      <p:cViewPr>
        <p:scale>
          <a:sx n="66" d="100"/>
          <a:sy n="66" d="100"/>
        </p:scale>
        <p:origin x="1234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12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985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0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94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30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642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61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58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49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61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73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5097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126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378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233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613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16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45B10-2123-4E14-879F-26AED869B83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23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68E59F-37FF-4755-9D8F-360AA931E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7C1C4A-E483-40EB-8735-2D6A1F1CB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59742" cy="578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E384DA-6BF3-451C-A120-CB8EF9CD5DF2}"/>
              </a:ext>
            </a:extLst>
          </p:cNvPr>
          <p:cNvSpPr txBox="1"/>
          <p:nvPr/>
        </p:nvSpPr>
        <p:spPr>
          <a:xfrm>
            <a:off x="2359742" y="116566"/>
            <a:ext cx="8511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Shri Siddhi Vinayak Group of Institutions (SSVGI), Bareilly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666E20-802B-443F-85AB-4E22B116AC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3280" y="1"/>
            <a:ext cx="1175938" cy="5938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D14934-FA23-4B60-B2F5-EBC58C1C1D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33" r="96944">
                        <a14:foregroundMark x1="14444" y1="43889" x2="14444" y2="43889"/>
                        <a14:foregroundMark x1="32222" y1="40278" x2="32222" y2="40278"/>
                        <a14:foregroundMark x1="4722" y1="49167" x2="4722" y2="49167"/>
                        <a14:foregroundMark x1="1111" y1="52500" x2="1111" y2="52500"/>
                        <a14:foregroundMark x1="88611" y1="36944" x2="88611" y2="36944"/>
                        <a14:foregroundMark x1="96944" y1="50278" x2="96944" y2="50278"/>
                        <a14:foregroundMark x1="79722" y1="59722" x2="79722" y2="59722"/>
                        <a14:foregroundMark x1="73056" y1="62222" x2="73056" y2="62222"/>
                        <a14:foregroundMark x1="62500" y1="68611" x2="62500" y2="68611"/>
                        <a14:foregroundMark x1="57500" y1="73611" x2="57500" y2="736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1808473"/>
            <a:ext cx="1055427" cy="10554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9E28B1-B5AD-4E44-8817-97090E0ACAD3}"/>
              </a:ext>
            </a:extLst>
          </p:cNvPr>
          <p:cNvSpPr txBox="1"/>
          <p:nvPr/>
        </p:nvSpPr>
        <p:spPr>
          <a:xfrm>
            <a:off x="4335780" y="4521813"/>
            <a:ext cx="3815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Basic To Advance Level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40571491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000">
              <a:schemeClr val="bg2">
                <a:tint val="93000"/>
                <a:shade val="98000"/>
                <a:satMod val="150000"/>
                <a:lumMod val="102000"/>
              </a:schemeClr>
            </a:gs>
            <a:gs pos="50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6DE71C-FB7A-4978-BF3B-B1C45FB39B64}"/>
              </a:ext>
            </a:extLst>
          </p:cNvPr>
          <p:cNvSpPr txBox="1"/>
          <p:nvPr/>
        </p:nvSpPr>
        <p:spPr>
          <a:xfrm>
            <a:off x="1091877" y="571664"/>
            <a:ext cx="10752881" cy="6286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/>
              <a:t>What is MS Word</a:t>
            </a:r>
            <a:endParaRPr lang="en-US" sz="1600" b="1" dirty="0"/>
          </a:p>
          <a:p>
            <a:r>
              <a:rPr lang="en-US" sz="2400" b="1" dirty="0"/>
              <a:t>Microsoft Word </a:t>
            </a:r>
            <a:r>
              <a:rPr lang="en-US" sz="2400" dirty="0"/>
              <a:t>is a word processing software used to create, edit, and format documents</a:t>
            </a:r>
          </a:p>
          <a:p>
            <a:endParaRPr lang="en-US" sz="1000" dirty="0"/>
          </a:p>
          <a:p>
            <a:r>
              <a:rPr lang="en-US" sz="2400" b="1" dirty="0"/>
              <a:t>What can we do?</a:t>
            </a:r>
          </a:p>
          <a:p>
            <a:r>
              <a:rPr lang="en-US" sz="2400" dirty="0"/>
              <a:t>Create resumes, letters, reports</a:t>
            </a:r>
          </a:p>
          <a:p>
            <a:r>
              <a:rPr lang="en-US" sz="2400" dirty="0"/>
              <a:t>Add images, tables, and designs</a:t>
            </a:r>
          </a:p>
          <a:p>
            <a:endParaRPr lang="en-US" sz="1050" dirty="0"/>
          </a:p>
          <a:p>
            <a:r>
              <a:rPr lang="en-US" sz="2400" b="1" dirty="0"/>
              <a:t>Real-Life Examples</a:t>
            </a:r>
          </a:p>
          <a:p>
            <a:r>
              <a:rPr lang="en-US" sz="2400" dirty="0"/>
              <a:t>Resume , Office letters &amp; applications</a:t>
            </a:r>
          </a:p>
          <a:p>
            <a:r>
              <a:rPr lang="en-US" sz="2400" dirty="0"/>
              <a:t>Notices in schools/colleges</a:t>
            </a:r>
          </a:p>
          <a:p>
            <a:r>
              <a:rPr lang="en-US" sz="2400" dirty="0"/>
              <a:t>Project reports</a:t>
            </a:r>
          </a:p>
          <a:p>
            <a:endParaRPr lang="en-US" sz="1050" dirty="0"/>
          </a:p>
          <a:p>
            <a:r>
              <a:rPr lang="en-US" sz="2400" b="1" dirty="0"/>
              <a:t>Interesting Facts</a:t>
            </a:r>
          </a:p>
          <a:p>
            <a:r>
              <a:rPr lang="en-US" sz="2400" dirty="0"/>
              <a:t>MS Word is one of the most used office tools in the world</a:t>
            </a:r>
          </a:p>
          <a:p>
            <a:r>
              <a:rPr lang="en-US" sz="2400" dirty="0"/>
              <a:t>Almost every job requires basic Word knowledge</a:t>
            </a:r>
          </a:p>
          <a:p>
            <a:r>
              <a:rPr lang="en-US" sz="2400" dirty="0"/>
              <a:t>Used in schools, offices, government work everywhere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EA14BB-583C-4342-9891-35DCAB485DDE}"/>
              </a:ext>
            </a:extLst>
          </p:cNvPr>
          <p:cNvSpPr/>
          <p:nvPr/>
        </p:nvSpPr>
        <p:spPr>
          <a:xfrm>
            <a:off x="8403221" y="2199190"/>
            <a:ext cx="2986267" cy="314831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6AE06-B5F0-491B-9503-E82A0D85F7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2588" y1="25399" x2="32588" y2="25399"/>
                        <a14:foregroundMark x1="27955" y1="21885" x2="27955" y2="21885"/>
                        <a14:foregroundMark x1="35942" y1="23482" x2="35942" y2="23482"/>
                        <a14:foregroundMark x1="50958" y1="74281" x2="50958" y2="74281"/>
                        <a14:foregroundMark x1="61182" y1="73482" x2="61182" y2="73482"/>
                        <a14:foregroundMark x1="54792" y1="72364" x2="54792" y2="723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774" t="19729" r="19738" b="19783"/>
          <a:stretch/>
        </p:blipFill>
        <p:spPr>
          <a:xfrm>
            <a:off x="8403221" y="2199190"/>
            <a:ext cx="2986267" cy="314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728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3E6E90-CE65-4844-A145-E4B6E22AF04A}"/>
              </a:ext>
            </a:extLst>
          </p:cNvPr>
          <p:cNvSpPr txBox="1"/>
          <p:nvPr/>
        </p:nvSpPr>
        <p:spPr>
          <a:xfrm>
            <a:off x="578733" y="370389"/>
            <a:ext cx="11740587" cy="6024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/>
              <a:t>What is MS Excel?</a:t>
            </a:r>
          </a:p>
          <a:p>
            <a:pPr algn="ctr"/>
            <a:endParaRPr lang="en-US" sz="1050" b="1" dirty="0"/>
          </a:p>
          <a:p>
            <a:r>
              <a:rPr lang="en-US" sz="2400" b="1" dirty="0"/>
              <a:t>Microsoft Excel </a:t>
            </a:r>
            <a:r>
              <a:rPr lang="en-US" sz="2400" dirty="0"/>
              <a:t>is a </a:t>
            </a:r>
            <a:r>
              <a:rPr lang="en-US" sz="2400" b="1" dirty="0"/>
              <a:t>spreadsheet software</a:t>
            </a:r>
            <a:r>
              <a:rPr lang="en-US" sz="2400" dirty="0"/>
              <a:t> used to </a:t>
            </a:r>
            <a:r>
              <a:rPr lang="en-US" sz="2400" b="1" dirty="0"/>
              <a:t>store, calculate, and analyze </a:t>
            </a:r>
            <a:r>
              <a:rPr lang="en-US" sz="2400" dirty="0"/>
              <a:t>data.</a:t>
            </a:r>
          </a:p>
          <a:p>
            <a:endParaRPr lang="en-US" sz="1050" dirty="0"/>
          </a:p>
          <a:p>
            <a:r>
              <a:rPr lang="en-US" sz="2400" b="1" dirty="0"/>
              <a:t>Why do we use it?</a:t>
            </a:r>
          </a:p>
          <a:p>
            <a:r>
              <a:rPr lang="en-US" sz="2400" dirty="0"/>
              <a:t>To perform calculations quickly</a:t>
            </a:r>
          </a:p>
          <a:p>
            <a:r>
              <a:rPr lang="en-US" sz="2400" dirty="0"/>
              <a:t>To create reports and charts</a:t>
            </a:r>
          </a:p>
          <a:p>
            <a:endParaRPr lang="en-US" sz="1050" dirty="0"/>
          </a:p>
          <a:p>
            <a:r>
              <a:rPr lang="en-US" sz="2400" b="1" dirty="0"/>
              <a:t>Real-Life Examples</a:t>
            </a:r>
          </a:p>
          <a:p>
            <a:r>
              <a:rPr lang="en-US" sz="2400" dirty="0"/>
              <a:t>Student marksheet, Salary calculation</a:t>
            </a:r>
          </a:p>
          <a:p>
            <a:r>
              <a:rPr lang="en-US" sz="2400" dirty="0"/>
              <a:t>Shop sales record, Attendance sheet</a:t>
            </a:r>
          </a:p>
          <a:p>
            <a:endParaRPr lang="en-US" sz="1050" dirty="0"/>
          </a:p>
          <a:p>
            <a:r>
              <a:rPr lang="en-US" sz="2400" b="1" dirty="0"/>
              <a:t>Interesting Facts 🔥</a:t>
            </a:r>
          </a:p>
          <a:p>
            <a:r>
              <a:rPr lang="en-US" sz="2400" dirty="0"/>
              <a:t>Excel can handle thousands of rows of data</a:t>
            </a:r>
          </a:p>
          <a:p>
            <a:r>
              <a:rPr lang="en-US" sz="2400" dirty="0"/>
              <a:t>Big companies use Excel for data analysis</a:t>
            </a:r>
          </a:p>
          <a:p>
            <a:r>
              <a:rPr lang="en-US" sz="2400" dirty="0"/>
              <a:t>Learning Excel increases job opportunities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A9A685-F8A3-469C-9293-D299AC91E837}"/>
              </a:ext>
            </a:extLst>
          </p:cNvPr>
          <p:cNvSpPr/>
          <p:nvPr/>
        </p:nvSpPr>
        <p:spPr>
          <a:xfrm>
            <a:off x="8403221" y="2199190"/>
            <a:ext cx="2986267" cy="314831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383B0-8241-4319-AFA6-2894BA69D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412" b="89915" l="5000" r="92093">
                        <a14:foregroundMark x1="30000" y1="46416" x2="30000" y2="46416"/>
                        <a14:foregroundMark x1="43256" y1="45079" x2="43256" y2="45079"/>
                        <a14:foregroundMark x1="16512" y1="46294" x2="16512" y2="46294"/>
                        <a14:foregroundMark x1="12907" y1="48967" x2="12907" y2="48967"/>
                        <a14:foregroundMark x1="5000" y1="47145" x2="5000" y2="47145"/>
                        <a14:foregroundMark x1="69884" y1="35966" x2="69884" y2="35966"/>
                        <a14:foregroundMark x1="50814" y1="18104" x2="50814" y2="18104"/>
                        <a14:foregroundMark x1="70698" y1="18104" x2="70698" y2="18104"/>
                        <a14:foregroundMark x1="78605" y1="55650" x2="78605" y2="55650"/>
                        <a14:foregroundMark x1="76395" y1="73390" x2="67442" y2="21385"/>
                        <a14:foregroundMark x1="67442" y1="21385" x2="61279" y2="13609"/>
                        <a14:foregroundMark x1="61279" y1="13609" x2="51512" y2="11665"/>
                        <a14:foregroundMark x1="51512" y1="11665" x2="45581" y2="12151"/>
                        <a14:foregroundMark x1="46512" y1="16768" x2="61047" y2="13973"/>
                        <a14:foregroundMark x1="61047" y1="13973" x2="77907" y2="14459"/>
                        <a14:foregroundMark x1="77907" y1="14459" x2="82674" y2="24058"/>
                        <a14:foregroundMark x1="82674" y1="24058" x2="82674" y2="47631"/>
                        <a14:foregroundMark x1="27907" y1="8991" x2="35698" y2="8991"/>
                        <a14:foregroundMark x1="35698" y1="8991" x2="70233" y2="6804"/>
                        <a14:foregroundMark x1="70233" y1="6804" x2="85349" y2="8870"/>
                        <a14:foregroundMark x1="85349" y1="8870" x2="91279" y2="12029"/>
                        <a14:foregroundMark x1="91279" y1="12029" x2="91860" y2="79465"/>
                        <a14:foregroundMark x1="91860" y1="79465" x2="86279" y2="84447"/>
                        <a14:foregroundMark x1="86279" y1="84447" x2="76512" y2="85176"/>
                        <a14:foregroundMark x1="76512" y1="85176" x2="66860" y2="82989"/>
                        <a14:foregroundMark x1="34070" y1="7655" x2="56279" y2="8991"/>
                        <a14:foregroundMark x1="56279" y1="8991" x2="71744" y2="7412"/>
                        <a14:foregroundMark x1="71744" y1="7412" x2="92093" y2="9235"/>
                        <a14:foregroundMark x1="11628" y1="31713" x2="61395" y2="21993"/>
                        <a14:foregroundMark x1="64767" y1="26488" x2="66163" y2="52612"/>
                        <a14:foregroundMark x1="30000" y1="10450" x2="28721" y2="25881"/>
                        <a14:foregroundMark x1="28721" y1="25881" x2="21977" y2="27461"/>
                        <a14:foregroundMark x1="21977" y1="27461" x2="8256" y2="269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92" t="5401" r="5691" b="11729"/>
          <a:stretch/>
        </p:blipFill>
        <p:spPr>
          <a:xfrm>
            <a:off x="8530541" y="2782978"/>
            <a:ext cx="2372810" cy="205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2336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3000"/>
                <a:shade val="98000"/>
                <a:satMod val="150000"/>
                <a:lumMod val="102000"/>
              </a:schemeClr>
            </a:gs>
            <a:gs pos="50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D03F3F-C35C-4204-BF8B-0C02C2DF109F}"/>
              </a:ext>
            </a:extLst>
          </p:cNvPr>
          <p:cNvSpPr txBox="1"/>
          <p:nvPr/>
        </p:nvSpPr>
        <p:spPr>
          <a:xfrm>
            <a:off x="802512" y="370390"/>
            <a:ext cx="11389488" cy="6301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/>
              <a:t>What is PowerPoint</a:t>
            </a:r>
          </a:p>
          <a:p>
            <a:r>
              <a:rPr lang="en-US" sz="2400" b="1" dirty="0"/>
              <a:t>PowerPoint </a:t>
            </a:r>
            <a:r>
              <a:rPr lang="en-US" sz="2400" dirty="0"/>
              <a:t>is a </a:t>
            </a:r>
            <a:r>
              <a:rPr lang="en-US" sz="2400" b="1" dirty="0"/>
              <a:t>presentation software</a:t>
            </a:r>
            <a:r>
              <a:rPr lang="en-US" sz="2400" dirty="0"/>
              <a:t> used to create slides for presenting ideas.</a:t>
            </a:r>
          </a:p>
          <a:p>
            <a:endParaRPr lang="en-US" sz="1050" dirty="0"/>
          </a:p>
          <a:p>
            <a:r>
              <a:rPr lang="en-US" sz="2400" b="1" dirty="0"/>
              <a:t>Why do we use it?</a:t>
            </a:r>
          </a:p>
          <a:p>
            <a:r>
              <a:rPr lang="en-US" sz="2400" dirty="0"/>
              <a:t>To present information visually</a:t>
            </a:r>
          </a:p>
          <a:p>
            <a:r>
              <a:rPr lang="en-US" sz="2400" dirty="0"/>
              <a:t>To explain ideas clearly</a:t>
            </a:r>
          </a:p>
          <a:p>
            <a:endParaRPr lang="en-US" sz="1050" dirty="0"/>
          </a:p>
          <a:p>
            <a:r>
              <a:rPr lang="en-US" sz="2400" b="1" dirty="0"/>
              <a:t>Real-Life Examples</a:t>
            </a:r>
          </a:p>
          <a:p>
            <a:r>
              <a:rPr lang="en-US" sz="2400" dirty="0"/>
              <a:t>School/college presentations</a:t>
            </a:r>
          </a:p>
          <a:p>
            <a:r>
              <a:rPr lang="en-US" sz="2400" dirty="0"/>
              <a:t>Business meetings, Project presentations</a:t>
            </a:r>
          </a:p>
          <a:p>
            <a:r>
              <a:rPr lang="en-US" sz="2400" dirty="0"/>
              <a:t>Seminar and training sessions</a:t>
            </a:r>
          </a:p>
          <a:p>
            <a:endParaRPr lang="en-US" sz="1050" dirty="0"/>
          </a:p>
          <a:p>
            <a:r>
              <a:rPr lang="en-US" sz="2400" b="1" dirty="0"/>
              <a:t>Interesting Facts </a:t>
            </a:r>
          </a:p>
          <a:p>
            <a:r>
              <a:rPr lang="en-US" sz="2400" dirty="0"/>
              <a:t>A good presentation can impress people easily</a:t>
            </a:r>
          </a:p>
          <a:p>
            <a:r>
              <a:rPr lang="en-US" sz="2400" dirty="0"/>
              <a:t>Used in almost every professional field</a:t>
            </a:r>
          </a:p>
          <a:p>
            <a:r>
              <a:rPr lang="en-US" sz="2400" dirty="0"/>
              <a:t>Visual learning is more effective than reading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876572-A443-4903-8FDC-271F4F65A454}"/>
              </a:ext>
            </a:extLst>
          </p:cNvPr>
          <p:cNvSpPr/>
          <p:nvPr/>
        </p:nvSpPr>
        <p:spPr>
          <a:xfrm>
            <a:off x="8403221" y="2199190"/>
            <a:ext cx="2986267" cy="3148314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461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196AA4-2078-44A0-8B5A-9FE5AB668166}"/>
              </a:ext>
            </a:extLst>
          </p:cNvPr>
          <p:cNvSpPr txBox="1"/>
          <p:nvPr/>
        </p:nvSpPr>
        <p:spPr>
          <a:xfrm>
            <a:off x="552784" y="875818"/>
            <a:ext cx="1140106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What is Tally?</a:t>
            </a:r>
          </a:p>
          <a:p>
            <a:r>
              <a:rPr lang="en-US" sz="2400" b="1" dirty="0"/>
              <a:t>Tally</a:t>
            </a:r>
            <a:r>
              <a:rPr lang="en-US" sz="2400" dirty="0"/>
              <a:t> is an </a:t>
            </a:r>
            <a:r>
              <a:rPr lang="en-US" sz="2400" b="1" dirty="0"/>
              <a:t>accounting software</a:t>
            </a:r>
            <a:r>
              <a:rPr lang="en-US" sz="2400" dirty="0"/>
              <a:t> used to manage financial records of a business.</a:t>
            </a:r>
          </a:p>
          <a:p>
            <a:endParaRPr lang="en-US" sz="1050" dirty="0"/>
          </a:p>
          <a:p>
            <a:r>
              <a:rPr lang="en-US" sz="2400" b="1" dirty="0"/>
              <a:t>Why do we use it?</a:t>
            </a:r>
          </a:p>
          <a:p>
            <a:r>
              <a:rPr lang="en-US" sz="2400" dirty="0"/>
              <a:t>To manage money transactions</a:t>
            </a:r>
          </a:p>
          <a:p>
            <a:r>
              <a:rPr lang="en-US" sz="2400" dirty="0"/>
              <a:t>To reduce manual work</a:t>
            </a:r>
          </a:p>
          <a:p>
            <a:endParaRPr lang="en-US" sz="1050" dirty="0"/>
          </a:p>
          <a:p>
            <a:r>
              <a:rPr lang="en-US" sz="2400" b="1" dirty="0"/>
              <a:t>Real-Life Examples </a:t>
            </a:r>
          </a:p>
          <a:p>
            <a:r>
              <a:rPr lang="en-US" sz="2400" dirty="0"/>
              <a:t>Shop billing system</a:t>
            </a:r>
          </a:p>
          <a:p>
            <a:r>
              <a:rPr lang="en-US" sz="2400" dirty="0"/>
              <a:t>Salary and expense tracking</a:t>
            </a:r>
          </a:p>
          <a:p>
            <a:r>
              <a:rPr lang="en-US" sz="2400" dirty="0"/>
              <a:t>Small business management</a:t>
            </a:r>
          </a:p>
          <a:p>
            <a:endParaRPr lang="en-US" sz="1050" dirty="0"/>
          </a:p>
          <a:p>
            <a:r>
              <a:rPr lang="en-US" sz="2400" b="1" dirty="0"/>
              <a:t>Interesting Facts </a:t>
            </a:r>
          </a:p>
          <a:p>
            <a:r>
              <a:rPr lang="en-US" sz="2400" dirty="0"/>
              <a:t>Tally is widely used in India</a:t>
            </a:r>
          </a:p>
          <a:p>
            <a:r>
              <a:rPr lang="en-US" sz="2400" dirty="0"/>
              <a:t>Many accountants and shop owners use Tally daily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730F2E-568C-483A-9CE1-982D7891BF98}"/>
              </a:ext>
            </a:extLst>
          </p:cNvPr>
          <p:cNvSpPr/>
          <p:nvPr/>
        </p:nvSpPr>
        <p:spPr>
          <a:xfrm>
            <a:off x="8485239" y="2418734"/>
            <a:ext cx="2703871" cy="292018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295A2D-87AB-47D0-AC0B-94D012969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1731" b="80385" l="24920" r="75080">
                        <a14:foregroundMark x1="64630" y1="26346" x2="38746" y2="27692"/>
                        <a14:foregroundMark x1="38746" y1="27692" x2="32637" y2="41154"/>
                        <a14:foregroundMark x1="32637" y1="41154" x2="33119" y2="56346"/>
                        <a14:foregroundMark x1="33119" y1="56346" x2="39228" y2="70385"/>
                        <a14:foregroundMark x1="39228" y1="70385" x2="53698" y2="72308"/>
                        <a14:foregroundMark x1="53698" y1="72308" x2="65595" y2="65962"/>
                        <a14:foregroundMark x1="65595" y1="65962" x2="66077" y2="34615"/>
                        <a14:foregroundMark x1="66077" y1="34615" x2="63505" y2="27308"/>
                        <a14:foregroundMark x1="36817" y1="27885" x2="28457" y2="39808"/>
                        <a14:foregroundMark x1="28457" y1="39808" x2="27492" y2="54808"/>
                        <a14:foregroundMark x1="27492" y1="54808" x2="31190" y2="69038"/>
                        <a14:foregroundMark x1="31190" y1="69038" x2="41961" y2="77500"/>
                        <a14:foregroundMark x1="41961" y1="77500" x2="56270" y2="79423"/>
                        <a14:foregroundMark x1="56270" y1="79423" x2="61288" y2="77005"/>
                        <a14:foregroundMark x1="67972" y1="72326" x2="70418" y2="42692"/>
                        <a14:foregroundMark x1="70418" y1="42692" x2="64952" y2="29808"/>
                        <a14:foregroundMark x1="64952" y1="29808" x2="53537" y2="22115"/>
                        <a14:foregroundMark x1="53537" y1="22115" x2="40997" y2="23077"/>
                        <a14:foregroundMark x1="40997" y1="23077" x2="34566" y2="28462"/>
                        <a14:foregroundMark x1="64469" y1="28462" x2="71865" y2="42308"/>
                        <a14:foregroundMark x1="71865" y1="42308" x2="73473" y2="49808"/>
                        <a14:foregroundMark x1="68328" y1="31346" x2="74759" y2="60385"/>
                        <a14:foregroundMark x1="74759" y1="60385" x2="54662" y2="79231"/>
                        <a14:foregroundMark x1="54662" y1="79231" x2="41801" y2="77692"/>
                        <a14:foregroundMark x1="41801" y1="77692" x2="24920" y2="57500"/>
                        <a14:foregroundMark x1="24920" y1="57500" x2="26206" y2="44231"/>
                        <a14:foregroundMark x1="74277" y1="45962" x2="75241" y2="55000"/>
                        <a14:foregroundMark x1="49035" y1="65577" x2="65113" y2="61154"/>
                        <a14:foregroundMark x1="41158" y1="65385" x2="53537" y2="63077"/>
                        <a14:foregroundMark x1="53537" y1="63077" x2="50643" y2="63269"/>
                        <a14:foregroundMark x1="50965" y1="68846" x2="50482" y2="66154"/>
                        <a14:foregroundMark x1="46785" y1="80385" x2="56431" y2="78269"/>
                        <a14:foregroundMark x1="45820" y1="75000" x2="54180" y2="73269"/>
                        <a14:foregroundMark x1="39871" y1="69808" x2="33119" y2="42115"/>
                        <a14:foregroundMark x1="34084" y1="63846" x2="31350" y2="44231"/>
                        <a14:foregroundMark x1="27170" y1="41923" x2="35531" y2="31346"/>
                        <a14:foregroundMark x1="35531" y1="31346" x2="36977" y2="30385"/>
                        <a14:foregroundMark x1="27492" y1="40192" x2="33762" y2="31346"/>
                        <a14:foregroundMark x1="36013" y1="38654" x2="38907" y2="50385"/>
                        <a14:foregroundMark x1="40193" y1="31346" x2="60932" y2="31923"/>
                        <a14:foregroundMark x1="51286" y1="29038" x2="63666" y2="31731"/>
                        <a14:foregroundMark x1="63666" y1="31731" x2="65434" y2="48077"/>
                        <a14:foregroundMark x1="65434" y1="48077" x2="55949" y2="59038"/>
                        <a14:foregroundMark x1="55949" y1="59038" x2="48714" y2="60000"/>
                        <a14:foregroundMark x1="42926" y1="64231" x2="53376" y2="58846"/>
                        <a14:foregroundMark x1="35531" y1="67115" x2="47749" y2="65962"/>
                        <a14:foregroundMark x1="47749" y1="65962" x2="47749" y2="65962"/>
                        <a14:foregroundMark x1="72830" y1="37115" x2="72830" y2="37115"/>
                        <a14:foregroundMark x1="66399" y1="68846" x2="53215" y2="66154"/>
                        <a14:foregroundMark x1="53215" y1="66154" x2="65273" y2="68269"/>
                        <a14:foregroundMark x1="65273" y1="68269" x2="49196" y2="69808"/>
                        <a14:foregroundMark x1="45820" y1="71538" x2="46624" y2="65962"/>
                        <a14:foregroundMark x1="61736" y1="77692" x2="68328" y2="72308"/>
                        <a14:backgroundMark x1="69132" y1="75000" x2="69132" y2="75000"/>
                        <a14:backgroundMark x1="68167" y1="74808" x2="68167" y2="74808"/>
                        <a14:backgroundMark x1="68650" y1="73846" x2="68650" y2="73846"/>
                        <a14:backgroundMark x1="68328" y1="72692" x2="68328" y2="72692"/>
                        <a14:backgroundMark x1="68328" y1="72692" x2="68083" y2="729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582" t="15809" r="21375" b="14718"/>
          <a:stretch/>
        </p:blipFill>
        <p:spPr>
          <a:xfrm>
            <a:off x="8588212" y="2635044"/>
            <a:ext cx="2481769" cy="252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6348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5E88B5-6EB0-456A-AB55-A2B2FA832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90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525F87-7270-4174-9EC6-D95F6D145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077" y="0"/>
            <a:ext cx="6235924" cy="6858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D19CF32-87B5-402D-8EA7-7E9BA1060AE0}"/>
              </a:ext>
            </a:extLst>
          </p:cNvPr>
          <p:cNvSpPr/>
          <p:nvPr/>
        </p:nvSpPr>
        <p:spPr>
          <a:xfrm>
            <a:off x="1064870" y="1705819"/>
            <a:ext cx="3472405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1 : Create A Resume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638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4817208-43A0-4277-ACFA-AFE30CEF256B}"/>
              </a:ext>
            </a:extLst>
          </p:cNvPr>
          <p:cNvSpPr/>
          <p:nvPr/>
        </p:nvSpPr>
        <p:spPr>
          <a:xfrm>
            <a:off x="509285" y="1798416"/>
            <a:ext cx="3472405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2 : Create A Hierarchy</a:t>
            </a:r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98C17-3F66-4322-AF30-44D3ED934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832" y="1076446"/>
            <a:ext cx="7520328" cy="447940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2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C1700A5-BCFC-49A5-8B81-CD15825B2F12}"/>
              </a:ext>
            </a:extLst>
          </p:cNvPr>
          <p:cNvSpPr/>
          <p:nvPr/>
        </p:nvSpPr>
        <p:spPr>
          <a:xfrm>
            <a:off x="613458" y="1566922"/>
            <a:ext cx="10718157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3 : Do Mail Merge With One 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Any one Example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79572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344</TotalTime>
  <Words>320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19</cp:revision>
  <dcterms:created xsi:type="dcterms:W3CDTF">2026-03-20T10:03:49Z</dcterms:created>
  <dcterms:modified xsi:type="dcterms:W3CDTF">2026-03-21T13:17:07Z</dcterms:modified>
</cp:coreProperties>
</file>